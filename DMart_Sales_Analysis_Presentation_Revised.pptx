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9" r:id="rId3"/>
    <p:sldId id="257" r:id="rId4"/>
    <p:sldId id="268" r:id="rId5"/>
    <p:sldId id="265" r:id="rId6"/>
    <p:sldId id="266" r:id="rId7"/>
    <p:sldId id="26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DE37F6-043D-4DC4-8984-D7B18E280D0D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3BEB1CA-2659-4BA1-AD2E-ADCCA1527392}">
      <dgm:prSet/>
      <dgm:spPr/>
      <dgm:t>
        <a:bodyPr/>
        <a:lstStyle/>
        <a:p>
          <a:r>
            <a:rPr lang="en-US"/>
            <a:t>Total Delivered Orders</a:t>
          </a:r>
        </a:p>
      </dgm:t>
    </dgm:pt>
    <dgm:pt modelId="{51343A7D-5DB6-4945-917F-0EB27F49FF2E}" type="parTrans" cxnId="{7BE10D70-FE81-4426-9EC2-4F6C05550CD5}">
      <dgm:prSet/>
      <dgm:spPr/>
      <dgm:t>
        <a:bodyPr/>
        <a:lstStyle/>
        <a:p>
          <a:endParaRPr lang="en-US"/>
        </a:p>
      </dgm:t>
    </dgm:pt>
    <dgm:pt modelId="{29956057-F186-4CBA-93BA-7E16AD8EC6E3}" type="sibTrans" cxnId="{7BE10D70-FE81-4426-9EC2-4F6C05550CD5}">
      <dgm:prSet/>
      <dgm:spPr/>
      <dgm:t>
        <a:bodyPr/>
        <a:lstStyle/>
        <a:p>
          <a:endParaRPr lang="en-US"/>
        </a:p>
      </dgm:t>
    </dgm:pt>
    <dgm:pt modelId="{FD75749C-822F-432C-99C4-BECCFF9673EC}">
      <dgm:prSet/>
      <dgm:spPr/>
      <dgm:t>
        <a:bodyPr/>
        <a:lstStyle/>
        <a:p>
          <a:r>
            <a:rPr lang="en-US"/>
            <a:t>Average Time Spent</a:t>
          </a:r>
        </a:p>
      </dgm:t>
    </dgm:pt>
    <dgm:pt modelId="{3D712CE5-527F-44F2-AEDB-F33F3406A84D}" type="parTrans" cxnId="{983605A0-C5FC-448B-B955-A00C73124EC7}">
      <dgm:prSet/>
      <dgm:spPr/>
      <dgm:t>
        <a:bodyPr/>
        <a:lstStyle/>
        <a:p>
          <a:endParaRPr lang="en-US"/>
        </a:p>
      </dgm:t>
    </dgm:pt>
    <dgm:pt modelId="{336369B4-6730-4AB1-9802-CFBE6DD2A555}" type="sibTrans" cxnId="{983605A0-C5FC-448B-B955-A00C73124EC7}">
      <dgm:prSet/>
      <dgm:spPr/>
      <dgm:t>
        <a:bodyPr/>
        <a:lstStyle/>
        <a:p>
          <a:endParaRPr lang="en-US"/>
        </a:p>
      </dgm:t>
    </dgm:pt>
    <dgm:pt modelId="{EEB48CED-044B-492D-97C0-B6FE7D61FD54}">
      <dgm:prSet/>
      <dgm:spPr/>
      <dgm:t>
        <a:bodyPr/>
        <a:lstStyle/>
        <a:p>
          <a:r>
            <a:rPr lang="en-US"/>
            <a:t>Average Discount</a:t>
          </a:r>
        </a:p>
      </dgm:t>
    </dgm:pt>
    <dgm:pt modelId="{90397BBD-8735-4B45-8CF8-D5102DFF6452}" type="parTrans" cxnId="{33F98ADB-1953-4461-B824-7D034CD52EB6}">
      <dgm:prSet/>
      <dgm:spPr/>
      <dgm:t>
        <a:bodyPr/>
        <a:lstStyle/>
        <a:p>
          <a:endParaRPr lang="en-US"/>
        </a:p>
      </dgm:t>
    </dgm:pt>
    <dgm:pt modelId="{2EA0A921-922F-4490-B2D4-8F6208CCC224}" type="sibTrans" cxnId="{33F98ADB-1953-4461-B824-7D034CD52EB6}">
      <dgm:prSet/>
      <dgm:spPr/>
      <dgm:t>
        <a:bodyPr/>
        <a:lstStyle/>
        <a:p>
          <a:endParaRPr lang="en-US"/>
        </a:p>
      </dgm:t>
    </dgm:pt>
    <dgm:pt modelId="{FA18100B-8758-452A-83FB-AF3706552F9D}">
      <dgm:prSet/>
      <dgm:spPr/>
      <dgm:t>
        <a:bodyPr/>
        <a:lstStyle/>
        <a:p>
          <a:r>
            <a:rPr lang="en-US"/>
            <a:t>Average Rating</a:t>
          </a:r>
        </a:p>
      </dgm:t>
    </dgm:pt>
    <dgm:pt modelId="{5C8CA604-AF47-47E9-AFE8-9E8CA93DA41D}" type="parTrans" cxnId="{02948A10-4729-4C60-9CBF-B4ECD7D81C1E}">
      <dgm:prSet/>
      <dgm:spPr/>
      <dgm:t>
        <a:bodyPr/>
        <a:lstStyle/>
        <a:p>
          <a:endParaRPr lang="en-US"/>
        </a:p>
      </dgm:t>
    </dgm:pt>
    <dgm:pt modelId="{89CCF907-A75F-4E6B-9ACB-0CFDEC015864}" type="sibTrans" cxnId="{02948A10-4729-4C60-9CBF-B4ECD7D81C1E}">
      <dgm:prSet/>
      <dgm:spPr/>
      <dgm:t>
        <a:bodyPr/>
        <a:lstStyle/>
        <a:p>
          <a:endParaRPr lang="en-US"/>
        </a:p>
      </dgm:t>
    </dgm:pt>
    <dgm:pt modelId="{BE875008-AC76-4163-816E-E7EEE474184C}">
      <dgm:prSet/>
      <dgm:spPr/>
      <dgm:t>
        <a:bodyPr/>
        <a:lstStyle/>
        <a:p>
          <a:r>
            <a:rPr lang="en-US"/>
            <a:t>Total Order Value</a:t>
          </a:r>
        </a:p>
      </dgm:t>
    </dgm:pt>
    <dgm:pt modelId="{1744DF47-93B6-411B-BCA8-5268825CE7DC}" type="parTrans" cxnId="{01B26F91-91EF-40C1-A3AA-79A7C5F4AE79}">
      <dgm:prSet/>
      <dgm:spPr/>
      <dgm:t>
        <a:bodyPr/>
        <a:lstStyle/>
        <a:p>
          <a:endParaRPr lang="en-US"/>
        </a:p>
      </dgm:t>
    </dgm:pt>
    <dgm:pt modelId="{6DBC404E-5F6F-473C-8114-D974A4707D65}" type="sibTrans" cxnId="{01B26F91-91EF-40C1-A3AA-79A7C5F4AE79}">
      <dgm:prSet/>
      <dgm:spPr/>
      <dgm:t>
        <a:bodyPr/>
        <a:lstStyle/>
        <a:p>
          <a:endParaRPr lang="en-US"/>
        </a:p>
      </dgm:t>
    </dgm:pt>
    <dgm:pt modelId="{3897C030-FB4F-43B3-80FB-A85FDF44F9E8}">
      <dgm:prSet/>
      <dgm:spPr/>
      <dgm:t>
        <a:bodyPr/>
        <a:lstStyle/>
        <a:p>
          <a:r>
            <a:rPr lang="en-US"/>
            <a:t>Total Products</a:t>
          </a:r>
        </a:p>
      </dgm:t>
    </dgm:pt>
    <dgm:pt modelId="{5271A118-3EE1-4111-AA98-D53A10861055}" type="parTrans" cxnId="{6E2CF934-40F1-452D-B96D-99307B71891D}">
      <dgm:prSet/>
      <dgm:spPr/>
      <dgm:t>
        <a:bodyPr/>
        <a:lstStyle/>
        <a:p>
          <a:endParaRPr lang="en-US"/>
        </a:p>
      </dgm:t>
    </dgm:pt>
    <dgm:pt modelId="{387B1A3F-551C-4F4B-8FFF-FD4DB9D27E5E}" type="sibTrans" cxnId="{6E2CF934-40F1-452D-B96D-99307B71891D}">
      <dgm:prSet/>
      <dgm:spPr/>
      <dgm:t>
        <a:bodyPr/>
        <a:lstStyle/>
        <a:p>
          <a:endParaRPr lang="en-US"/>
        </a:p>
      </dgm:t>
    </dgm:pt>
    <dgm:pt modelId="{1A14399A-321D-46C2-99AF-E433519E1169}">
      <dgm:prSet/>
      <dgm:spPr/>
      <dgm:t>
        <a:bodyPr/>
        <a:lstStyle/>
        <a:p>
          <a:r>
            <a:rPr lang="en-US"/>
            <a:t>Total Orders</a:t>
          </a:r>
        </a:p>
      </dgm:t>
    </dgm:pt>
    <dgm:pt modelId="{C3DCD2E6-183D-4E23-BAA1-C75300792495}" type="parTrans" cxnId="{7FA1C744-07EF-4B2E-8E30-BE783D22A0E3}">
      <dgm:prSet/>
      <dgm:spPr/>
      <dgm:t>
        <a:bodyPr/>
        <a:lstStyle/>
        <a:p>
          <a:endParaRPr lang="en-US"/>
        </a:p>
      </dgm:t>
    </dgm:pt>
    <dgm:pt modelId="{DF369B58-70FA-45CA-8A70-10829498AA3C}" type="sibTrans" cxnId="{7FA1C744-07EF-4B2E-8E30-BE783D22A0E3}">
      <dgm:prSet/>
      <dgm:spPr/>
      <dgm:t>
        <a:bodyPr/>
        <a:lstStyle/>
        <a:p>
          <a:endParaRPr lang="en-US"/>
        </a:p>
      </dgm:t>
    </dgm:pt>
    <dgm:pt modelId="{5965DD46-DF92-4CEC-883B-C07526CD589E}">
      <dgm:prSet/>
      <dgm:spPr/>
      <dgm:t>
        <a:bodyPr/>
        <a:lstStyle/>
        <a:p>
          <a:r>
            <a:rPr lang="en-US"/>
            <a:t>Total Customers</a:t>
          </a:r>
        </a:p>
      </dgm:t>
    </dgm:pt>
    <dgm:pt modelId="{BB96BE9B-2854-4217-8AB2-B4A281B27274}" type="parTrans" cxnId="{EC61849E-033E-44B9-90E2-209874717DE6}">
      <dgm:prSet/>
      <dgm:spPr/>
      <dgm:t>
        <a:bodyPr/>
        <a:lstStyle/>
        <a:p>
          <a:endParaRPr lang="en-US"/>
        </a:p>
      </dgm:t>
    </dgm:pt>
    <dgm:pt modelId="{98A6A570-DC53-4A65-AAF0-A30887FD9C85}" type="sibTrans" cxnId="{EC61849E-033E-44B9-90E2-209874717DE6}">
      <dgm:prSet/>
      <dgm:spPr/>
      <dgm:t>
        <a:bodyPr/>
        <a:lstStyle/>
        <a:p>
          <a:endParaRPr lang="en-US"/>
        </a:p>
      </dgm:t>
    </dgm:pt>
    <dgm:pt modelId="{A69BB303-20D4-4753-96F5-08D0A4038E83}">
      <dgm:prSet/>
      <dgm:spPr/>
      <dgm:t>
        <a:bodyPr/>
        <a:lstStyle/>
        <a:p>
          <a:r>
            <a:rPr lang="en-US"/>
            <a:t>Avg Days to Deliver</a:t>
          </a:r>
        </a:p>
      </dgm:t>
    </dgm:pt>
    <dgm:pt modelId="{849A7A74-6A93-4186-9AC9-180F5ACC6F24}" type="parTrans" cxnId="{7DCED97B-0EDB-4656-BDD6-C7F8768DC137}">
      <dgm:prSet/>
      <dgm:spPr/>
      <dgm:t>
        <a:bodyPr/>
        <a:lstStyle/>
        <a:p>
          <a:endParaRPr lang="en-US"/>
        </a:p>
      </dgm:t>
    </dgm:pt>
    <dgm:pt modelId="{6D8CDC0F-1A29-45C7-ABAD-35CA589E2F8F}" type="sibTrans" cxnId="{7DCED97B-0EDB-4656-BDD6-C7F8768DC137}">
      <dgm:prSet/>
      <dgm:spPr/>
      <dgm:t>
        <a:bodyPr/>
        <a:lstStyle/>
        <a:p>
          <a:endParaRPr lang="en-US"/>
        </a:p>
      </dgm:t>
    </dgm:pt>
    <dgm:pt modelId="{199571DF-952B-4BA7-AD81-EC6CBED3AFCE}">
      <dgm:prSet/>
      <dgm:spPr/>
      <dgm:t>
        <a:bodyPr/>
        <a:lstStyle/>
        <a:p>
          <a:r>
            <a:rPr lang="en-US"/>
            <a:t>Average No. of Clicks</a:t>
          </a:r>
        </a:p>
      </dgm:t>
    </dgm:pt>
    <dgm:pt modelId="{C321D187-AA3C-4A6A-BBDB-E358D8E41342}" type="parTrans" cxnId="{8D1F72B5-7FC9-40B1-B227-81010352AEE9}">
      <dgm:prSet/>
      <dgm:spPr/>
      <dgm:t>
        <a:bodyPr/>
        <a:lstStyle/>
        <a:p>
          <a:endParaRPr lang="en-US"/>
        </a:p>
      </dgm:t>
    </dgm:pt>
    <dgm:pt modelId="{E21CABA7-3B6C-4BD5-9426-7725FBD635DC}" type="sibTrans" cxnId="{8D1F72B5-7FC9-40B1-B227-81010352AEE9}">
      <dgm:prSet/>
      <dgm:spPr/>
      <dgm:t>
        <a:bodyPr/>
        <a:lstStyle/>
        <a:p>
          <a:endParaRPr lang="en-US"/>
        </a:p>
      </dgm:t>
    </dgm:pt>
    <dgm:pt modelId="{7B15E2D7-A6B2-41EA-B85F-F1E8062C4678}" type="pres">
      <dgm:prSet presAssocID="{28DE37F6-043D-4DC4-8984-D7B18E280D0D}" presName="linear" presStyleCnt="0">
        <dgm:presLayoutVars>
          <dgm:animLvl val="lvl"/>
          <dgm:resizeHandles val="exact"/>
        </dgm:presLayoutVars>
      </dgm:prSet>
      <dgm:spPr/>
    </dgm:pt>
    <dgm:pt modelId="{A690330B-3BB3-4376-BA32-D194685EEBD7}" type="pres">
      <dgm:prSet presAssocID="{03BEB1CA-2659-4BA1-AD2E-ADCCA1527392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66E42B3E-7F1F-46C6-99A2-F93244F9F69E}" type="pres">
      <dgm:prSet presAssocID="{29956057-F186-4CBA-93BA-7E16AD8EC6E3}" presName="spacer" presStyleCnt="0"/>
      <dgm:spPr/>
    </dgm:pt>
    <dgm:pt modelId="{3AB7686B-3A44-486C-8913-B10B290A3696}" type="pres">
      <dgm:prSet presAssocID="{FD75749C-822F-432C-99C4-BECCFF9673EC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F1AE00DD-A887-445F-9F65-E5404EC9A36D}" type="pres">
      <dgm:prSet presAssocID="{336369B4-6730-4AB1-9802-CFBE6DD2A555}" presName="spacer" presStyleCnt="0"/>
      <dgm:spPr/>
    </dgm:pt>
    <dgm:pt modelId="{8A089766-D2CE-4EB1-891F-F63AD58A846A}" type="pres">
      <dgm:prSet presAssocID="{EEB48CED-044B-492D-97C0-B6FE7D61FD54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B8089175-C94A-4E05-BF80-249AA816A8F8}" type="pres">
      <dgm:prSet presAssocID="{2EA0A921-922F-4490-B2D4-8F6208CCC224}" presName="spacer" presStyleCnt="0"/>
      <dgm:spPr/>
    </dgm:pt>
    <dgm:pt modelId="{78CB79A5-BEA5-473D-AF91-EFC17EC863B4}" type="pres">
      <dgm:prSet presAssocID="{FA18100B-8758-452A-83FB-AF3706552F9D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27F00022-980C-4083-9D52-039AFC0DED89}" type="pres">
      <dgm:prSet presAssocID="{89CCF907-A75F-4E6B-9ACB-0CFDEC015864}" presName="spacer" presStyleCnt="0"/>
      <dgm:spPr/>
    </dgm:pt>
    <dgm:pt modelId="{C448E8E9-15F2-4129-AD57-5ACD63E7D856}" type="pres">
      <dgm:prSet presAssocID="{BE875008-AC76-4163-816E-E7EEE474184C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3ED648EC-E14D-412A-AD5F-924EC5861B2E}" type="pres">
      <dgm:prSet presAssocID="{6DBC404E-5F6F-473C-8114-D974A4707D65}" presName="spacer" presStyleCnt="0"/>
      <dgm:spPr/>
    </dgm:pt>
    <dgm:pt modelId="{1E7388F8-0714-410F-9629-245D283EA0C7}" type="pres">
      <dgm:prSet presAssocID="{3897C030-FB4F-43B3-80FB-A85FDF44F9E8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53BFE5E1-D9DD-449C-976D-BD51D72F2FE8}" type="pres">
      <dgm:prSet presAssocID="{387B1A3F-551C-4F4B-8FFF-FD4DB9D27E5E}" presName="spacer" presStyleCnt="0"/>
      <dgm:spPr/>
    </dgm:pt>
    <dgm:pt modelId="{0E271467-0CAA-4CB5-A626-6F1EA8D5F430}" type="pres">
      <dgm:prSet presAssocID="{1A14399A-321D-46C2-99AF-E433519E1169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44FC51A6-6456-4FAC-BA07-3826E0537757}" type="pres">
      <dgm:prSet presAssocID="{DF369B58-70FA-45CA-8A70-10829498AA3C}" presName="spacer" presStyleCnt="0"/>
      <dgm:spPr/>
    </dgm:pt>
    <dgm:pt modelId="{C322107D-A218-4E04-929F-5D75ACA20C22}" type="pres">
      <dgm:prSet presAssocID="{5965DD46-DF92-4CEC-883B-C07526CD589E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99B580B4-FA29-48A2-89B9-43F56441EC86}" type="pres">
      <dgm:prSet presAssocID="{98A6A570-DC53-4A65-AAF0-A30887FD9C85}" presName="spacer" presStyleCnt="0"/>
      <dgm:spPr/>
    </dgm:pt>
    <dgm:pt modelId="{60C8B0A2-BBEB-4996-A565-88E7BABD88FF}" type="pres">
      <dgm:prSet presAssocID="{A69BB303-20D4-4753-96F5-08D0A4038E83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A02A838F-E60C-48F5-B257-9E848925627E}" type="pres">
      <dgm:prSet presAssocID="{6D8CDC0F-1A29-45C7-ABAD-35CA589E2F8F}" presName="spacer" presStyleCnt="0"/>
      <dgm:spPr/>
    </dgm:pt>
    <dgm:pt modelId="{31FD93B1-FDB8-4711-BC57-BA692D410037}" type="pres">
      <dgm:prSet presAssocID="{199571DF-952B-4BA7-AD81-EC6CBED3AFCE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02948A10-4729-4C60-9CBF-B4ECD7D81C1E}" srcId="{28DE37F6-043D-4DC4-8984-D7B18E280D0D}" destId="{FA18100B-8758-452A-83FB-AF3706552F9D}" srcOrd="3" destOrd="0" parTransId="{5C8CA604-AF47-47E9-AFE8-9E8CA93DA41D}" sibTransId="{89CCF907-A75F-4E6B-9ACB-0CFDEC015864}"/>
    <dgm:cxn modelId="{48043B19-D3A6-49AD-BE77-060EF8171A94}" type="presOf" srcId="{199571DF-952B-4BA7-AD81-EC6CBED3AFCE}" destId="{31FD93B1-FDB8-4711-BC57-BA692D410037}" srcOrd="0" destOrd="0" presId="urn:microsoft.com/office/officeart/2005/8/layout/vList2"/>
    <dgm:cxn modelId="{EFF7F01E-64B3-494A-9F70-E73A8D666E7E}" type="presOf" srcId="{EEB48CED-044B-492D-97C0-B6FE7D61FD54}" destId="{8A089766-D2CE-4EB1-891F-F63AD58A846A}" srcOrd="0" destOrd="0" presId="urn:microsoft.com/office/officeart/2005/8/layout/vList2"/>
    <dgm:cxn modelId="{21416D22-FC4A-4026-8AEA-1390C87742F1}" type="presOf" srcId="{1A14399A-321D-46C2-99AF-E433519E1169}" destId="{0E271467-0CAA-4CB5-A626-6F1EA8D5F430}" srcOrd="0" destOrd="0" presId="urn:microsoft.com/office/officeart/2005/8/layout/vList2"/>
    <dgm:cxn modelId="{716A0D33-F57E-450F-A86C-F8D2947D3E93}" type="presOf" srcId="{5965DD46-DF92-4CEC-883B-C07526CD589E}" destId="{C322107D-A218-4E04-929F-5D75ACA20C22}" srcOrd="0" destOrd="0" presId="urn:microsoft.com/office/officeart/2005/8/layout/vList2"/>
    <dgm:cxn modelId="{6E2CF934-40F1-452D-B96D-99307B71891D}" srcId="{28DE37F6-043D-4DC4-8984-D7B18E280D0D}" destId="{3897C030-FB4F-43B3-80FB-A85FDF44F9E8}" srcOrd="5" destOrd="0" parTransId="{5271A118-3EE1-4111-AA98-D53A10861055}" sibTransId="{387B1A3F-551C-4F4B-8FFF-FD4DB9D27E5E}"/>
    <dgm:cxn modelId="{B0906E3B-5E74-4021-86E0-C295C7BA50AD}" type="presOf" srcId="{28DE37F6-043D-4DC4-8984-D7B18E280D0D}" destId="{7B15E2D7-A6B2-41EA-B85F-F1E8062C4678}" srcOrd="0" destOrd="0" presId="urn:microsoft.com/office/officeart/2005/8/layout/vList2"/>
    <dgm:cxn modelId="{7F4DD75C-C131-4FC0-B34A-8839ECFB16C8}" type="presOf" srcId="{A69BB303-20D4-4753-96F5-08D0A4038E83}" destId="{60C8B0A2-BBEB-4996-A565-88E7BABD88FF}" srcOrd="0" destOrd="0" presId="urn:microsoft.com/office/officeart/2005/8/layout/vList2"/>
    <dgm:cxn modelId="{7FA1C744-07EF-4B2E-8E30-BE783D22A0E3}" srcId="{28DE37F6-043D-4DC4-8984-D7B18E280D0D}" destId="{1A14399A-321D-46C2-99AF-E433519E1169}" srcOrd="6" destOrd="0" parTransId="{C3DCD2E6-183D-4E23-BAA1-C75300792495}" sibTransId="{DF369B58-70FA-45CA-8A70-10829498AA3C}"/>
    <dgm:cxn modelId="{DA3C234D-41BE-4B4C-8450-2045CD6D2E1C}" type="presOf" srcId="{3897C030-FB4F-43B3-80FB-A85FDF44F9E8}" destId="{1E7388F8-0714-410F-9629-245D283EA0C7}" srcOrd="0" destOrd="0" presId="urn:microsoft.com/office/officeart/2005/8/layout/vList2"/>
    <dgm:cxn modelId="{7BE10D70-FE81-4426-9EC2-4F6C05550CD5}" srcId="{28DE37F6-043D-4DC4-8984-D7B18E280D0D}" destId="{03BEB1CA-2659-4BA1-AD2E-ADCCA1527392}" srcOrd="0" destOrd="0" parTransId="{51343A7D-5DB6-4945-917F-0EB27F49FF2E}" sibTransId="{29956057-F186-4CBA-93BA-7E16AD8EC6E3}"/>
    <dgm:cxn modelId="{7DCED97B-0EDB-4656-BDD6-C7F8768DC137}" srcId="{28DE37F6-043D-4DC4-8984-D7B18E280D0D}" destId="{A69BB303-20D4-4753-96F5-08D0A4038E83}" srcOrd="8" destOrd="0" parTransId="{849A7A74-6A93-4186-9AC9-180F5ACC6F24}" sibTransId="{6D8CDC0F-1A29-45C7-ABAD-35CA589E2F8F}"/>
    <dgm:cxn modelId="{01B26F91-91EF-40C1-A3AA-79A7C5F4AE79}" srcId="{28DE37F6-043D-4DC4-8984-D7B18E280D0D}" destId="{BE875008-AC76-4163-816E-E7EEE474184C}" srcOrd="4" destOrd="0" parTransId="{1744DF47-93B6-411B-BCA8-5268825CE7DC}" sibTransId="{6DBC404E-5F6F-473C-8114-D974A4707D65}"/>
    <dgm:cxn modelId="{5D6DC39A-BE20-44AC-8DAB-406252AB91D8}" type="presOf" srcId="{FD75749C-822F-432C-99C4-BECCFF9673EC}" destId="{3AB7686B-3A44-486C-8913-B10B290A3696}" srcOrd="0" destOrd="0" presId="urn:microsoft.com/office/officeart/2005/8/layout/vList2"/>
    <dgm:cxn modelId="{EC61849E-033E-44B9-90E2-209874717DE6}" srcId="{28DE37F6-043D-4DC4-8984-D7B18E280D0D}" destId="{5965DD46-DF92-4CEC-883B-C07526CD589E}" srcOrd="7" destOrd="0" parTransId="{BB96BE9B-2854-4217-8AB2-B4A281B27274}" sibTransId="{98A6A570-DC53-4A65-AAF0-A30887FD9C85}"/>
    <dgm:cxn modelId="{D772359F-71F1-430E-BC95-E96A77AA6222}" type="presOf" srcId="{03BEB1CA-2659-4BA1-AD2E-ADCCA1527392}" destId="{A690330B-3BB3-4376-BA32-D194685EEBD7}" srcOrd="0" destOrd="0" presId="urn:microsoft.com/office/officeart/2005/8/layout/vList2"/>
    <dgm:cxn modelId="{983605A0-C5FC-448B-B955-A00C73124EC7}" srcId="{28DE37F6-043D-4DC4-8984-D7B18E280D0D}" destId="{FD75749C-822F-432C-99C4-BECCFF9673EC}" srcOrd="1" destOrd="0" parTransId="{3D712CE5-527F-44F2-AEDB-F33F3406A84D}" sibTransId="{336369B4-6730-4AB1-9802-CFBE6DD2A555}"/>
    <dgm:cxn modelId="{8D1F72B5-7FC9-40B1-B227-81010352AEE9}" srcId="{28DE37F6-043D-4DC4-8984-D7B18E280D0D}" destId="{199571DF-952B-4BA7-AD81-EC6CBED3AFCE}" srcOrd="9" destOrd="0" parTransId="{C321D187-AA3C-4A6A-BBDB-E358D8E41342}" sibTransId="{E21CABA7-3B6C-4BD5-9426-7725FBD635DC}"/>
    <dgm:cxn modelId="{B96104B6-3C7D-4107-BCD1-359CDD75F975}" type="presOf" srcId="{FA18100B-8758-452A-83FB-AF3706552F9D}" destId="{78CB79A5-BEA5-473D-AF91-EFC17EC863B4}" srcOrd="0" destOrd="0" presId="urn:microsoft.com/office/officeart/2005/8/layout/vList2"/>
    <dgm:cxn modelId="{33F98ADB-1953-4461-B824-7D034CD52EB6}" srcId="{28DE37F6-043D-4DC4-8984-D7B18E280D0D}" destId="{EEB48CED-044B-492D-97C0-B6FE7D61FD54}" srcOrd="2" destOrd="0" parTransId="{90397BBD-8735-4B45-8CF8-D5102DFF6452}" sibTransId="{2EA0A921-922F-4490-B2D4-8F6208CCC224}"/>
    <dgm:cxn modelId="{E0CACFEC-FC2B-4B9E-96A9-70406858278A}" type="presOf" srcId="{BE875008-AC76-4163-816E-E7EEE474184C}" destId="{C448E8E9-15F2-4129-AD57-5ACD63E7D856}" srcOrd="0" destOrd="0" presId="urn:microsoft.com/office/officeart/2005/8/layout/vList2"/>
    <dgm:cxn modelId="{214EDB7E-F6FC-4FD1-B17A-50F15CB70616}" type="presParOf" srcId="{7B15E2D7-A6B2-41EA-B85F-F1E8062C4678}" destId="{A690330B-3BB3-4376-BA32-D194685EEBD7}" srcOrd="0" destOrd="0" presId="urn:microsoft.com/office/officeart/2005/8/layout/vList2"/>
    <dgm:cxn modelId="{BCCEB957-43A1-4823-B150-A9B43F8422A2}" type="presParOf" srcId="{7B15E2D7-A6B2-41EA-B85F-F1E8062C4678}" destId="{66E42B3E-7F1F-46C6-99A2-F93244F9F69E}" srcOrd="1" destOrd="0" presId="urn:microsoft.com/office/officeart/2005/8/layout/vList2"/>
    <dgm:cxn modelId="{6F499212-8678-4500-B931-D8C8E26DE162}" type="presParOf" srcId="{7B15E2D7-A6B2-41EA-B85F-F1E8062C4678}" destId="{3AB7686B-3A44-486C-8913-B10B290A3696}" srcOrd="2" destOrd="0" presId="urn:microsoft.com/office/officeart/2005/8/layout/vList2"/>
    <dgm:cxn modelId="{CA14FFC3-9940-46A5-8911-657C4EEF268C}" type="presParOf" srcId="{7B15E2D7-A6B2-41EA-B85F-F1E8062C4678}" destId="{F1AE00DD-A887-445F-9F65-E5404EC9A36D}" srcOrd="3" destOrd="0" presId="urn:microsoft.com/office/officeart/2005/8/layout/vList2"/>
    <dgm:cxn modelId="{B3FFB1AF-662E-4DF4-AE22-9502AC083737}" type="presParOf" srcId="{7B15E2D7-A6B2-41EA-B85F-F1E8062C4678}" destId="{8A089766-D2CE-4EB1-891F-F63AD58A846A}" srcOrd="4" destOrd="0" presId="urn:microsoft.com/office/officeart/2005/8/layout/vList2"/>
    <dgm:cxn modelId="{02E1441D-5CB6-41E8-9821-6226B274A38D}" type="presParOf" srcId="{7B15E2D7-A6B2-41EA-B85F-F1E8062C4678}" destId="{B8089175-C94A-4E05-BF80-249AA816A8F8}" srcOrd="5" destOrd="0" presId="urn:microsoft.com/office/officeart/2005/8/layout/vList2"/>
    <dgm:cxn modelId="{6A54C434-8B64-4540-BBCB-637B6065E142}" type="presParOf" srcId="{7B15E2D7-A6B2-41EA-B85F-F1E8062C4678}" destId="{78CB79A5-BEA5-473D-AF91-EFC17EC863B4}" srcOrd="6" destOrd="0" presId="urn:microsoft.com/office/officeart/2005/8/layout/vList2"/>
    <dgm:cxn modelId="{B8610F95-3781-41F2-9C05-5BF29FDFB176}" type="presParOf" srcId="{7B15E2D7-A6B2-41EA-B85F-F1E8062C4678}" destId="{27F00022-980C-4083-9D52-039AFC0DED89}" srcOrd="7" destOrd="0" presId="urn:microsoft.com/office/officeart/2005/8/layout/vList2"/>
    <dgm:cxn modelId="{09C5B938-5706-485B-BF55-2F341556283C}" type="presParOf" srcId="{7B15E2D7-A6B2-41EA-B85F-F1E8062C4678}" destId="{C448E8E9-15F2-4129-AD57-5ACD63E7D856}" srcOrd="8" destOrd="0" presId="urn:microsoft.com/office/officeart/2005/8/layout/vList2"/>
    <dgm:cxn modelId="{1F4FC7CB-F888-4D1B-A69C-209DAE62FCA9}" type="presParOf" srcId="{7B15E2D7-A6B2-41EA-B85F-F1E8062C4678}" destId="{3ED648EC-E14D-412A-AD5F-924EC5861B2E}" srcOrd="9" destOrd="0" presId="urn:microsoft.com/office/officeart/2005/8/layout/vList2"/>
    <dgm:cxn modelId="{94CFE6EB-FDF5-467B-B71A-3C1D0F02AE64}" type="presParOf" srcId="{7B15E2D7-A6B2-41EA-B85F-F1E8062C4678}" destId="{1E7388F8-0714-410F-9629-245D283EA0C7}" srcOrd="10" destOrd="0" presId="urn:microsoft.com/office/officeart/2005/8/layout/vList2"/>
    <dgm:cxn modelId="{D0633899-AB30-4DFF-93B5-96E66329E140}" type="presParOf" srcId="{7B15E2D7-A6B2-41EA-B85F-F1E8062C4678}" destId="{53BFE5E1-D9DD-449C-976D-BD51D72F2FE8}" srcOrd="11" destOrd="0" presId="urn:microsoft.com/office/officeart/2005/8/layout/vList2"/>
    <dgm:cxn modelId="{A9BCAEFF-47D9-4063-87F9-7B1D1CB8F330}" type="presParOf" srcId="{7B15E2D7-A6B2-41EA-B85F-F1E8062C4678}" destId="{0E271467-0CAA-4CB5-A626-6F1EA8D5F430}" srcOrd="12" destOrd="0" presId="urn:microsoft.com/office/officeart/2005/8/layout/vList2"/>
    <dgm:cxn modelId="{84C5D4A0-5FDB-486F-80C5-B9713DD88C8E}" type="presParOf" srcId="{7B15E2D7-A6B2-41EA-B85F-F1E8062C4678}" destId="{44FC51A6-6456-4FAC-BA07-3826E0537757}" srcOrd="13" destOrd="0" presId="urn:microsoft.com/office/officeart/2005/8/layout/vList2"/>
    <dgm:cxn modelId="{E6C073ED-05AD-4E5B-A9B2-C78860C06888}" type="presParOf" srcId="{7B15E2D7-A6B2-41EA-B85F-F1E8062C4678}" destId="{C322107D-A218-4E04-929F-5D75ACA20C22}" srcOrd="14" destOrd="0" presId="urn:microsoft.com/office/officeart/2005/8/layout/vList2"/>
    <dgm:cxn modelId="{26957F50-ACD8-4177-B43A-1F3B10D280B6}" type="presParOf" srcId="{7B15E2D7-A6B2-41EA-B85F-F1E8062C4678}" destId="{99B580B4-FA29-48A2-89B9-43F56441EC86}" srcOrd="15" destOrd="0" presId="urn:microsoft.com/office/officeart/2005/8/layout/vList2"/>
    <dgm:cxn modelId="{A5BC57BA-5FFF-4CB2-992C-15FB2884ED62}" type="presParOf" srcId="{7B15E2D7-A6B2-41EA-B85F-F1E8062C4678}" destId="{60C8B0A2-BBEB-4996-A565-88E7BABD88FF}" srcOrd="16" destOrd="0" presId="urn:microsoft.com/office/officeart/2005/8/layout/vList2"/>
    <dgm:cxn modelId="{06CBCEB0-CAE0-4291-9753-1C036826479B}" type="presParOf" srcId="{7B15E2D7-A6B2-41EA-B85F-F1E8062C4678}" destId="{A02A838F-E60C-48F5-B257-9E848925627E}" srcOrd="17" destOrd="0" presId="urn:microsoft.com/office/officeart/2005/8/layout/vList2"/>
    <dgm:cxn modelId="{708A2785-A447-41EA-A59F-7C97EE2D2C7A}" type="presParOf" srcId="{7B15E2D7-A6B2-41EA-B85F-F1E8062C4678}" destId="{31FD93B1-FDB8-4711-BC57-BA692D410037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523A18C-CD18-4A63-B5EC-3E4CAB0C7B7A}" type="doc">
      <dgm:prSet loTypeId="urn:microsoft.com/office/officeart/2016/7/layout/VerticalSolidActionLis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B9FCB8E-111F-40E0-A4C0-3E62217F0B48}">
      <dgm:prSet/>
      <dgm:spPr/>
      <dgm:t>
        <a:bodyPr/>
        <a:lstStyle/>
        <a:p>
          <a:r>
            <a:rPr lang="en-US"/>
            <a:t>Increase</a:t>
          </a:r>
        </a:p>
      </dgm:t>
    </dgm:pt>
    <dgm:pt modelId="{90E85A4C-F395-4E0E-BF95-AB49C0C98264}" type="parTrans" cxnId="{BBE23550-6320-4F97-BA57-F04499FB3E1A}">
      <dgm:prSet/>
      <dgm:spPr/>
      <dgm:t>
        <a:bodyPr/>
        <a:lstStyle/>
        <a:p>
          <a:endParaRPr lang="en-US"/>
        </a:p>
      </dgm:t>
    </dgm:pt>
    <dgm:pt modelId="{493D523A-FF66-4BC3-8725-34DF6D3E1F61}" type="sibTrans" cxnId="{BBE23550-6320-4F97-BA57-F04499FB3E1A}">
      <dgm:prSet/>
      <dgm:spPr/>
      <dgm:t>
        <a:bodyPr/>
        <a:lstStyle/>
        <a:p>
          <a:endParaRPr lang="en-US"/>
        </a:p>
      </dgm:t>
    </dgm:pt>
    <dgm:pt modelId="{3FCFA817-9B97-4FD9-9641-C930024EEED2}">
      <dgm:prSet/>
      <dgm:spPr/>
      <dgm:t>
        <a:bodyPr/>
        <a:lstStyle/>
        <a:p>
          <a:r>
            <a:rPr lang="en-US"/>
            <a:t>Increase focus in Maharashtra to boost sales further.</a:t>
          </a:r>
        </a:p>
      </dgm:t>
    </dgm:pt>
    <dgm:pt modelId="{8B8ED8F8-82F3-481D-8DC4-23CCA53D4A5D}" type="parTrans" cxnId="{99DC0E05-120B-4571-ABF1-B6063208F38A}">
      <dgm:prSet/>
      <dgm:spPr/>
      <dgm:t>
        <a:bodyPr/>
        <a:lstStyle/>
        <a:p>
          <a:endParaRPr lang="en-US"/>
        </a:p>
      </dgm:t>
    </dgm:pt>
    <dgm:pt modelId="{388A47BE-AD36-4731-A637-4595B2D4BF6E}" type="sibTrans" cxnId="{99DC0E05-120B-4571-ABF1-B6063208F38A}">
      <dgm:prSet/>
      <dgm:spPr/>
      <dgm:t>
        <a:bodyPr/>
        <a:lstStyle/>
        <a:p>
          <a:endParaRPr lang="en-US"/>
        </a:p>
      </dgm:t>
    </dgm:pt>
    <dgm:pt modelId="{9CB2B48B-0C2F-498B-B7AD-25E96A1C3B0E}">
      <dgm:prSet/>
      <dgm:spPr/>
      <dgm:t>
        <a:bodyPr/>
        <a:lstStyle/>
        <a:p>
          <a:r>
            <a:rPr lang="en-US"/>
            <a:t>Target</a:t>
          </a:r>
        </a:p>
      </dgm:t>
    </dgm:pt>
    <dgm:pt modelId="{DB33F9A4-0D6F-4DDE-BBC1-DB9607C865C5}" type="parTrans" cxnId="{2D43DDDE-6ADE-46EE-9DE5-89DDE9DFF3BA}">
      <dgm:prSet/>
      <dgm:spPr/>
      <dgm:t>
        <a:bodyPr/>
        <a:lstStyle/>
        <a:p>
          <a:endParaRPr lang="en-US"/>
        </a:p>
      </dgm:t>
    </dgm:pt>
    <dgm:pt modelId="{666F77A1-BA58-471C-8DC7-4243B679A3CD}" type="sibTrans" cxnId="{2D43DDDE-6ADE-46EE-9DE5-89DDE9DFF3BA}">
      <dgm:prSet/>
      <dgm:spPr/>
      <dgm:t>
        <a:bodyPr/>
        <a:lstStyle/>
        <a:p>
          <a:endParaRPr lang="en-US"/>
        </a:p>
      </dgm:t>
    </dgm:pt>
    <dgm:pt modelId="{B5F1BAED-00D6-43D8-868E-8B41CBF2B046}">
      <dgm:prSet/>
      <dgm:spPr/>
      <dgm:t>
        <a:bodyPr/>
        <a:lstStyle/>
        <a:p>
          <a:r>
            <a:rPr lang="en-US"/>
            <a:t>Target female customers with engagement campaigns.</a:t>
          </a:r>
        </a:p>
      </dgm:t>
    </dgm:pt>
    <dgm:pt modelId="{A10B365C-18D9-4856-AFC7-324B9043DDA1}" type="parTrans" cxnId="{DF1A47FC-7641-418E-82CD-1675FB7966B0}">
      <dgm:prSet/>
      <dgm:spPr/>
      <dgm:t>
        <a:bodyPr/>
        <a:lstStyle/>
        <a:p>
          <a:endParaRPr lang="en-US"/>
        </a:p>
      </dgm:t>
    </dgm:pt>
    <dgm:pt modelId="{C4E1B392-AD4C-4FBE-A280-845D6DC93590}" type="sibTrans" cxnId="{DF1A47FC-7641-418E-82CD-1675FB7966B0}">
      <dgm:prSet/>
      <dgm:spPr/>
      <dgm:t>
        <a:bodyPr/>
        <a:lstStyle/>
        <a:p>
          <a:endParaRPr lang="en-US"/>
        </a:p>
      </dgm:t>
    </dgm:pt>
    <dgm:pt modelId="{D8259718-D1FC-42A3-82D8-BB756C4F9586}">
      <dgm:prSet/>
      <dgm:spPr/>
      <dgm:t>
        <a:bodyPr/>
        <a:lstStyle/>
        <a:p>
          <a:r>
            <a:rPr lang="en-US"/>
            <a:t>Invest</a:t>
          </a:r>
        </a:p>
      </dgm:t>
    </dgm:pt>
    <dgm:pt modelId="{0B07DE9F-B123-4CC9-A195-7A60FB970CE4}" type="parTrans" cxnId="{034B277C-D40C-4DD9-B9E1-53A47091BA9D}">
      <dgm:prSet/>
      <dgm:spPr/>
      <dgm:t>
        <a:bodyPr/>
        <a:lstStyle/>
        <a:p>
          <a:endParaRPr lang="en-US"/>
        </a:p>
      </dgm:t>
    </dgm:pt>
    <dgm:pt modelId="{1DD9AF03-1274-4B58-9F1C-B76DB2A6B414}" type="sibTrans" cxnId="{034B277C-D40C-4DD9-B9E1-53A47091BA9D}">
      <dgm:prSet/>
      <dgm:spPr/>
      <dgm:t>
        <a:bodyPr/>
        <a:lstStyle/>
        <a:p>
          <a:endParaRPr lang="en-US"/>
        </a:p>
      </dgm:t>
    </dgm:pt>
    <dgm:pt modelId="{01FC8FF8-9105-4001-848C-B5B594B404B9}">
      <dgm:prSet/>
      <dgm:spPr/>
      <dgm:t>
        <a:bodyPr/>
        <a:lstStyle/>
        <a:p>
          <a:r>
            <a:rPr lang="en-US"/>
            <a:t>Invest more in Instagram advertising.</a:t>
          </a:r>
        </a:p>
      </dgm:t>
    </dgm:pt>
    <dgm:pt modelId="{08EE5587-92F0-47C1-8C72-B685EEF2CB90}" type="parTrans" cxnId="{88A4E090-3A04-440D-81FD-7957911FCB9C}">
      <dgm:prSet/>
      <dgm:spPr/>
      <dgm:t>
        <a:bodyPr/>
        <a:lstStyle/>
        <a:p>
          <a:endParaRPr lang="en-US"/>
        </a:p>
      </dgm:t>
    </dgm:pt>
    <dgm:pt modelId="{E19B5550-9772-4D06-A8CD-4B9882C63D35}" type="sibTrans" cxnId="{88A4E090-3A04-440D-81FD-7957911FCB9C}">
      <dgm:prSet/>
      <dgm:spPr/>
      <dgm:t>
        <a:bodyPr/>
        <a:lstStyle/>
        <a:p>
          <a:endParaRPr lang="en-US"/>
        </a:p>
      </dgm:t>
    </dgm:pt>
    <dgm:pt modelId="{7D62F1C8-FEEC-434F-9AD4-328A3AA21837}">
      <dgm:prSet/>
      <dgm:spPr/>
      <dgm:t>
        <a:bodyPr/>
        <a:lstStyle/>
        <a:p>
          <a:r>
            <a:rPr lang="en-US"/>
            <a:t>Enhance</a:t>
          </a:r>
        </a:p>
      </dgm:t>
    </dgm:pt>
    <dgm:pt modelId="{0B485290-D285-486A-8513-A22E54E350C8}" type="parTrans" cxnId="{595E0414-91D1-4E07-A408-6590274ABBBC}">
      <dgm:prSet/>
      <dgm:spPr/>
      <dgm:t>
        <a:bodyPr/>
        <a:lstStyle/>
        <a:p>
          <a:endParaRPr lang="en-US"/>
        </a:p>
      </dgm:t>
    </dgm:pt>
    <dgm:pt modelId="{C768099C-912D-4006-A303-03A801CE1347}" type="sibTrans" cxnId="{595E0414-91D1-4E07-A408-6590274ABBBC}">
      <dgm:prSet/>
      <dgm:spPr/>
      <dgm:t>
        <a:bodyPr/>
        <a:lstStyle/>
        <a:p>
          <a:endParaRPr lang="en-US"/>
        </a:p>
      </dgm:t>
    </dgm:pt>
    <dgm:pt modelId="{7C906222-914C-4136-A6DA-719CBA912DBC}">
      <dgm:prSet/>
      <dgm:spPr/>
      <dgm:t>
        <a:bodyPr/>
        <a:lstStyle/>
        <a:p>
          <a:r>
            <a:rPr lang="en-US"/>
            <a:t>Enhance promotions for top-performing products.</a:t>
          </a:r>
        </a:p>
      </dgm:t>
    </dgm:pt>
    <dgm:pt modelId="{B7BF07C1-F4E5-4E8A-A3EC-D92315FF4B88}" type="parTrans" cxnId="{0EC83FB0-445A-4359-A002-6B126D780EEB}">
      <dgm:prSet/>
      <dgm:spPr/>
      <dgm:t>
        <a:bodyPr/>
        <a:lstStyle/>
        <a:p>
          <a:endParaRPr lang="en-US"/>
        </a:p>
      </dgm:t>
    </dgm:pt>
    <dgm:pt modelId="{A55B0CAA-136B-42DA-AE51-2719625A0681}" type="sibTrans" cxnId="{0EC83FB0-445A-4359-A002-6B126D780EEB}">
      <dgm:prSet/>
      <dgm:spPr/>
      <dgm:t>
        <a:bodyPr/>
        <a:lstStyle/>
        <a:p>
          <a:endParaRPr lang="en-US"/>
        </a:p>
      </dgm:t>
    </dgm:pt>
    <dgm:pt modelId="{BD7856D4-8786-41F9-BD5E-6CE44B2FA41D}" type="pres">
      <dgm:prSet presAssocID="{2523A18C-CD18-4A63-B5EC-3E4CAB0C7B7A}" presName="Name0" presStyleCnt="0">
        <dgm:presLayoutVars>
          <dgm:dir/>
          <dgm:animLvl val="lvl"/>
          <dgm:resizeHandles val="exact"/>
        </dgm:presLayoutVars>
      </dgm:prSet>
      <dgm:spPr/>
    </dgm:pt>
    <dgm:pt modelId="{7A25009F-9013-4570-B640-623BC60E9C80}" type="pres">
      <dgm:prSet presAssocID="{3B9FCB8E-111F-40E0-A4C0-3E62217F0B48}" presName="linNode" presStyleCnt="0"/>
      <dgm:spPr/>
    </dgm:pt>
    <dgm:pt modelId="{958F82B6-33D3-4CF5-88C9-FD4F5036CC81}" type="pres">
      <dgm:prSet presAssocID="{3B9FCB8E-111F-40E0-A4C0-3E62217F0B48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0F10FB5E-16B9-4237-9CFA-6F79E226F8A3}" type="pres">
      <dgm:prSet presAssocID="{3B9FCB8E-111F-40E0-A4C0-3E62217F0B48}" presName="descendantText" presStyleLbl="alignAccFollowNode1" presStyleIdx="0" presStyleCnt="4">
        <dgm:presLayoutVars>
          <dgm:bulletEnabled/>
        </dgm:presLayoutVars>
      </dgm:prSet>
      <dgm:spPr/>
    </dgm:pt>
    <dgm:pt modelId="{6ECA9DFF-351D-441C-88A2-03FCC2D64301}" type="pres">
      <dgm:prSet presAssocID="{493D523A-FF66-4BC3-8725-34DF6D3E1F61}" presName="sp" presStyleCnt="0"/>
      <dgm:spPr/>
    </dgm:pt>
    <dgm:pt modelId="{2F03A75D-ADCB-4FEC-98F0-571C5178FD6C}" type="pres">
      <dgm:prSet presAssocID="{9CB2B48B-0C2F-498B-B7AD-25E96A1C3B0E}" presName="linNode" presStyleCnt="0"/>
      <dgm:spPr/>
    </dgm:pt>
    <dgm:pt modelId="{6BC5B87B-0028-4B1E-A7E9-280CF1E49430}" type="pres">
      <dgm:prSet presAssocID="{9CB2B48B-0C2F-498B-B7AD-25E96A1C3B0E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BF06385D-C226-4D7B-85A8-CAC68EF6380D}" type="pres">
      <dgm:prSet presAssocID="{9CB2B48B-0C2F-498B-B7AD-25E96A1C3B0E}" presName="descendantText" presStyleLbl="alignAccFollowNode1" presStyleIdx="1" presStyleCnt="4">
        <dgm:presLayoutVars>
          <dgm:bulletEnabled/>
        </dgm:presLayoutVars>
      </dgm:prSet>
      <dgm:spPr/>
    </dgm:pt>
    <dgm:pt modelId="{9419AD3A-4F1E-49F7-A96A-DBB1EF56885E}" type="pres">
      <dgm:prSet presAssocID="{666F77A1-BA58-471C-8DC7-4243B679A3CD}" presName="sp" presStyleCnt="0"/>
      <dgm:spPr/>
    </dgm:pt>
    <dgm:pt modelId="{C8F6A7C1-7E02-4420-AE6A-294E0D10044D}" type="pres">
      <dgm:prSet presAssocID="{D8259718-D1FC-42A3-82D8-BB756C4F9586}" presName="linNode" presStyleCnt="0"/>
      <dgm:spPr/>
    </dgm:pt>
    <dgm:pt modelId="{EB2C75CC-E465-4C4C-9919-E4F8B1CCEF89}" type="pres">
      <dgm:prSet presAssocID="{D8259718-D1FC-42A3-82D8-BB756C4F9586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8EBC05A2-16D7-4B5B-BE6A-23EBCBD79BD1}" type="pres">
      <dgm:prSet presAssocID="{D8259718-D1FC-42A3-82D8-BB756C4F9586}" presName="descendantText" presStyleLbl="alignAccFollowNode1" presStyleIdx="2" presStyleCnt="4">
        <dgm:presLayoutVars>
          <dgm:bulletEnabled/>
        </dgm:presLayoutVars>
      </dgm:prSet>
      <dgm:spPr/>
    </dgm:pt>
    <dgm:pt modelId="{596E3083-58FF-498C-9DBC-6850E977ECA8}" type="pres">
      <dgm:prSet presAssocID="{1DD9AF03-1274-4B58-9F1C-B76DB2A6B414}" presName="sp" presStyleCnt="0"/>
      <dgm:spPr/>
    </dgm:pt>
    <dgm:pt modelId="{0E048AB0-9C04-4BCA-AEF5-41F79A313851}" type="pres">
      <dgm:prSet presAssocID="{7D62F1C8-FEEC-434F-9AD4-328A3AA21837}" presName="linNode" presStyleCnt="0"/>
      <dgm:spPr/>
    </dgm:pt>
    <dgm:pt modelId="{FAB9A166-8DA1-455B-A033-43B6D1C063C6}" type="pres">
      <dgm:prSet presAssocID="{7D62F1C8-FEEC-434F-9AD4-328A3AA21837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93FC988B-DF33-4828-8F60-E253FD3F86BD}" type="pres">
      <dgm:prSet presAssocID="{7D62F1C8-FEEC-434F-9AD4-328A3AA21837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99DC0E05-120B-4571-ABF1-B6063208F38A}" srcId="{3B9FCB8E-111F-40E0-A4C0-3E62217F0B48}" destId="{3FCFA817-9B97-4FD9-9641-C930024EEED2}" srcOrd="0" destOrd="0" parTransId="{8B8ED8F8-82F3-481D-8DC4-23CCA53D4A5D}" sibTransId="{388A47BE-AD36-4731-A637-4595B2D4BF6E}"/>
    <dgm:cxn modelId="{595E0414-91D1-4E07-A408-6590274ABBBC}" srcId="{2523A18C-CD18-4A63-B5EC-3E4CAB0C7B7A}" destId="{7D62F1C8-FEEC-434F-9AD4-328A3AA21837}" srcOrd="3" destOrd="0" parTransId="{0B485290-D285-486A-8513-A22E54E350C8}" sibTransId="{C768099C-912D-4006-A303-03A801CE1347}"/>
    <dgm:cxn modelId="{B693CF21-C734-4F34-AFD6-F3C890861BCB}" type="presOf" srcId="{D8259718-D1FC-42A3-82D8-BB756C4F9586}" destId="{EB2C75CC-E465-4C4C-9919-E4F8B1CCEF89}" srcOrd="0" destOrd="0" presId="urn:microsoft.com/office/officeart/2016/7/layout/VerticalSolidActionList"/>
    <dgm:cxn modelId="{23667440-1EA3-406A-BA48-68ADBC29AB8C}" type="presOf" srcId="{01FC8FF8-9105-4001-848C-B5B594B404B9}" destId="{8EBC05A2-16D7-4B5B-BE6A-23EBCBD79BD1}" srcOrd="0" destOrd="0" presId="urn:microsoft.com/office/officeart/2016/7/layout/VerticalSolidActionList"/>
    <dgm:cxn modelId="{6497A348-A916-440E-A2EE-A2F0975106A4}" type="presOf" srcId="{3B9FCB8E-111F-40E0-A4C0-3E62217F0B48}" destId="{958F82B6-33D3-4CF5-88C9-FD4F5036CC81}" srcOrd="0" destOrd="0" presId="urn:microsoft.com/office/officeart/2016/7/layout/VerticalSolidActionList"/>
    <dgm:cxn modelId="{BBE23550-6320-4F97-BA57-F04499FB3E1A}" srcId="{2523A18C-CD18-4A63-B5EC-3E4CAB0C7B7A}" destId="{3B9FCB8E-111F-40E0-A4C0-3E62217F0B48}" srcOrd="0" destOrd="0" parTransId="{90E85A4C-F395-4E0E-BF95-AB49C0C98264}" sibTransId="{493D523A-FF66-4BC3-8725-34DF6D3E1F61}"/>
    <dgm:cxn modelId="{D46FA752-74B0-4152-80C2-5E334B392C7D}" type="presOf" srcId="{B5F1BAED-00D6-43D8-868E-8B41CBF2B046}" destId="{BF06385D-C226-4D7B-85A8-CAC68EF6380D}" srcOrd="0" destOrd="0" presId="urn:microsoft.com/office/officeart/2016/7/layout/VerticalSolidActionList"/>
    <dgm:cxn modelId="{034B277C-D40C-4DD9-B9E1-53A47091BA9D}" srcId="{2523A18C-CD18-4A63-B5EC-3E4CAB0C7B7A}" destId="{D8259718-D1FC-42A3-82D8-BB756C4F9586}" srcOrd="2" destOrd="0" parTransId="{0B07DE9F-B123-4CC9-A195-7A60FB970CE4}" sibTransId="{1DD9AF03-1274-4B58-9F1C-B76DB2A6B414}"/>
    <dgm:cxn modelId="{442AEF84-6A62-4F17-B25D-F8A60BF3CC17}" type="presOf" srcId="{9CB2B48B-0C2F-498B-B7AD-25E96A1C3B0E}" destId="{6BC5B87B-0028-4B1E-A7E9-280CF1E49430}" srcOrd="0" destOrd="0" presId="urn:microsoft.com/office/officeart/2016/7/layout/VerticalSolidActionList"/>
    <dgm:cxn modelId="{E175FE85-15CE-4EB8-BD41-CB6E88664C79}" type="presOf" srcId="{7C906222-914C-4136-A6DA-719CBA912DBC}" destId="{93FC988B-DF33-4828-8F60-E253FD3F86BD}" srcOrd="0" destOrd="0" presId="urn:microsoft.com/office/officeart/2016/7/layout/VerticalSolidActionList"/>
    <dgm:cxn modelId="{88A4E090-3A04-440D-81FD-7957911FCB9C}" srcId="{D8259718-D1FC-42A3-82D8-BB756C4F9586}" destId="{01FC8FF8-9105-4001-848C-B5B594B404B9}" srcOrd="0" destOrd="0" parTransId="{08EE5587-92F0-47C1-8C72-B685EEF2CB90}" sibTransId="{E19B5550-9772-4D06-A8CD-4B9882C63D35}"/>
    <dgm:cxn modelId="{91718FAE-6468-439F-BF5C-F91E546381C1}" type="presOf" srcId="{3FCFA817-9B97-4FD9-9641-C930024EEED2}" destId="{0F10FB5E-16B9-4237-9CFA-6F79E226F8A3}" srcOrd="0" destOrd="0" presId="urn:microsoft.com/office/officeart/2016/7/layout/VerticalSolidActionList"/>
    <dgm:cxn modelId="{0EC83FB0-445A-4359-A002-6B126D780EEB}" srcId="{7D62F1C8-FEEC-434F-9AD4-328A3AA21837}" destId="{7C906222-914C-4136-A6DA-719CBA912DBC}" srcOrd="0" destOrd="0" parTransId="{B7BF07C1-F4E5-4E8A-A3EC-D92315FF4B88}" sibTransId="{A55B0CAA-136B-42DA-AE51-2719625A0681}"/>
    <dgm:cxn modelId="{D5F1E0C3-62DB-42C4-AADB-5E781C2403DE}" type="presOf" srcId="{7D62F1C8-FEEC-434F-9AD4-328A3AA21837}" destId="{FAB9A166-8DA1-455B-A033-43B6D1C063C6}" srcOrd="0" destOrd="0" presId="urn:microsoft.com/office/officeart/2016/7/layout/VerticalSolidActionList"/>
    <dgm:cxn modelId="{2D43DDDE-6ADE-46EE-9DE5-89DDE9DFF3BA}" srcId="{2523A18C-CD18-4A63-B5EC-3E4CAB0C7B7A}" destId="{9CB2B48B-0C2F-498B-B7AD-25E96A1C3B0E}" srcOrd="1" destOrd="0" parTransId="{DB33F9A4-0D6F-4DDE-BBC1-DB9607C865C5}" sibTransId="{666F77A1-BA58-471C-8DC7-4243B679A3CD}"/>
    <dgm:cxn modelId="{ABD743EB-EDFC-4374-B64B-9DF257D1B811}" type="presOf" srcId="{2523A18C-CD18-4A63-B5EC-3E4CAB0C7B7A}" destId="{BD7856D4-8786-41F9-BD5E-6CE44B2FA41D}" srcOrd="0" destOrd="0" presId="urn:microsoft.com/office/officeart/2016/7/layout/VerticalSolidActionList"/>
    <dgm:cxn modelId="{DF1A47FC-7641-418E-82CD-1675FB7966B0}" srcId="{9CB2B48B-0C2F-498B-B7AD-25E96A1C3B0E}" destId="{B5F1BAED-00D6-43D8-868E-8B41CBF2B046}" srcOrd="0" destOrd="0" parTransId="{A10B365C-18D9-4856-AFC7-324B9043DDA1}" sibTransId="{C4E1B392-AD4C-4FBE-A280-845D6DC93590}"/>
    <dgm:cxn modelId="{C792B947-531B-448C-A93B-EA996608AC9B}" type="presParOf" srcId="{BD7856D4-8786-41F9-BD5E-6CE44B2FA41D}" destId="{7A25009F-9013-4570-B640-623BC60E9C80}" srcOrd="0" destOrd="0" presId="urn:microsoft.com/office/officeart/2016/7/layout/VerticalSolidActionList"/>
    <dgm:cxn modelId="{5358ABD4-BE4A-4105-8DDB-A0BBD266A204}" type="presParOf" srcId="{7A25009F-9013-4570-B640-623BC60E9C80}" destId="{958F82B6-33D3-4CF5-88C9-FD4F5036CC81}" srcOrd="0" destOrd="0" presId="urn:microsoft.com/office/officeart/2016/7/layout/VerticalSolidActionList"/>
    <dgm:cxn modelId="{F82FBD01-F5A0-450C-BCFE-8370C7160A6A}" type="presParOf" srcId="{7A25009F-9013-4570-B640-623BC60E9C80}" destId="{0F10FB5E-16B9-4237-9CFA-6F79E226F8A3}" srcOrd="1" destOrd="0" presId="urn:microsoft.com/office/officeart/2016/7/layout/VerticalSolidActionList"/>
    <dgm:cxn modelId="{7AA79A0E-6060-432D-BD06-203342C4ACE0}" type="presParOf" srcId="{BD7856D4-8786-41F9-BD5E-6CE44B2FA41D}" destId="{6ECA9DFF-351D-441C-88A2-03FCC2D64301}" srcOrd="1" destOrd="0" presId="urn:microsoft.com/office/officeart/2016/7/layout/VerticalSolidActionList"/>
    <dgm:cxn modelId="{F896FD7E-EEA9-48C0-B092-60B238F581F6}" type="presParOf" srcId="{BD7856D4-8786-41F9-BD5E-6CE44B2FA41D}" destId="{2F03A75D-ADCB-4FEC-98F0-571C5178FD6C}" srcOrd="2" destOrd="0" presId="urn:microsoft.com/office/officeart/2016/7/layout/VerticalSolidActionList"/>
    <dgm:cxn modelId="{24FA6E9D-4A09-4131-876E-B5FBFC9E00AB}" type="presParOf" srcId="{2F03A75D-ADCB-4FEC-98F0-571C5178FD6C}" destId="{6BC5B87B-0028-4B1E-A7E9-280CF1E49430}" srcOrd="0" destOrd="0" presId="urn:microsoft.com/office/officeart/2016/7/layout/VerticalSolidActionList"/>
    <dgm:cxn modelId="{72D99A4E-6E8A-4F22-85A4-AB0D9B3E65E4}" type="presParOf" srcId="{2F03A75D-ADCB-4FEC-98F0-571C5178FD6C}" destId="{BF06385D-C226-4D7B-85A8-CAC68EF6380D}" srcOrd="1" destOrd="0" presId="urn:microsoft.com/office/officeart/2016/7/layout/VerticalSolidActionList"/>
    <dgm:cxn modelId="{70FDCFD8-CFC2-47CA-8470-5B78C8EB54FA}" type="presParOf" srcId="{BD7856D4-8786-41F9-BD5E-6CE44B2FA41D}" destId="{9419AD3A-4F1E-49F7-A96A-DBB1EF56885E}" srcOrd="3" destOrd="0" presId="urn:microsoft.com/office/officeart/2016/7/layout/VerticalSolidActionList"/>
    <dgm:cxn modelId="{7420F69F-6CDE-46F1-9F59-EA98984BEFD6}" type="presParOf" srcId="{BD7856D4-8786-41F9-BD5E-6CE44B2FA41D}" destId="{C8F6A7C1-7E02-4420-AE6A-294E0D10044D}" srcOrd="4" destOrd="0" presId="urn:microsoft.com/office/officeart/2016/7/layout/VerticalSolidActionList"/>
    <dgm:cxn modelId="{E2AD3896-5B96-4CF2-AD69-2473A2943801}" type="presParOf" srcId="{C8F6A7C1-7E02-4420-AE6A-294E0D10044D}" destId="{EB2C75CC-E465-4C4C-9919-E4F8B1CCEF89}" srcOrd="0" destOrd="0" presId="urn:microsoft.com/office/officeart/2016/7/layout/VerticalSolidActionList"/>
    <dgm:cxn modelId="{274931AD-AAFF-4BEA-9328-AAA82C173A83}" type="presParOf" srcId="{C8F6A7C1-7E02-4420-AE6A-294E0D10044D}" destId="{8EBC05A2-16D7-4B5B-BE6A-23EBCBD79BD1}" srcOrd="1" destOrd="0" presId="urn:microsoft.com/office/officeart/2016/7/layout/VerticalSolidActionList"/>
    <dgm:cxn modelId="{8020F72E-8259-4985-8647-6E64D1D83753}" type="presParOf" srcId="{BD7856D4-8786-41F9-BD5E-6CE44B2FA41D}" destId="{596E3083-58FF-498C-9DBC-6850E977ECA8}" srcOrd="5" destOrd="0" presId="urn:microsoft.com/office/officeart/2016/7/layout/VerticalSolidActionList"/>
    <dgm:cxn modelId="{D6DA881A-F502-4476-A28D-D7B7F85E7575}" type="presParOf" srcId="{BD7856D4-8786-41F9-BD5E-6CE44B2FA41D}" destId="{0E048AB0-9C04-4BCA-AEF5-41F79A313851}" srcOrd="6" destOrd="0" presId="urn:microsoft.com/office/officeart/2016/7/layout/VerticalSolidActionList"/>
    <dgm:cxn modelId="{D48B058C-A8FA-4095-B18A-90F7CF20A6CC}" type="presParOf" srcId="{0E048AB0-9C04-4BCA-AEF5-41F79A313851}" destId="{FAB9A166-8DA1-455B-A033-43B6D1C063C6}" srcOrd="0" destOrd="0" presId="urn:microsoft.com/office/officeart/2016/7/layout/VerticalSolidActionList"/>
    <dgm:cxn modelId="{7C664049-3018-4A24-849F-2E9F10CF764C}" type="presParOf" srcId="{0E048AB0-9C04-4BCA-AEF5-41F79A313851}" destId="{93FC988B-DF33-4828-8F60-E253FD3F86BD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E177700-F96E-4543-8FDF-B444B2CEA65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F05B9C4-6C0E-4957-B03F-FAA95AF12775}">
      <dgm:prSet/>
      <dgm:spPr/>
      <dgm:t>
        <a:bodyPr/>
        <a:lstStyle/>
        <a:p>
          <a:r>
            <a:rPr lang="en-US"/>
            <a:t>Dashboard delivers comprehensive sales insights.</a:t>
          </a:r>
        </a:p>
      </dgm:t>
    </dgm:pt>
    <dgm:pt modelId="{FE330C4A-3D49-43E1-BC54-FF8592D50B77}" type="parTrans" cxnId="{EA8FDC10-A70D-4FD3-81BD-733BE51E1242}">
      <dgm:prSet/>
      <dgm:spPr/>
      <dgm:t>
        <a:bodyPr/>
        <a:lstStyle/>
        <a:p>
          <a:endParaRPr lang="en-US"/>
        </a:p>
      </dgm:t>
    </dgm:pt>
    <dgm:pt modelId="{3C66B935-9944-419A-BFF3-E271FCFB5A69}" type="sibTrans" cxnId="{EA8FDC10-A70D-4FD3-81BD-733BE51E1242}">
      <dgm:prSet/>
      <dgm:spPr/>
      <dgm:t>
        <a:bodyPr/>
        <a:lstStyle/>
        <a:p>
          <a:endParaRPr lang="en-US"/>
        </a:p>
      </dgm:t>
    </dgm:pt>
    <dgm:pt modelId="{5A246228-A225-4D7D-992E-6FC6015F0508}">
      <dgm:prSet/>
      <dgm:spPr/>
      <dgm:t>
        <a:bodyPr/>
        <a:lstStyle/>
        <a:p>
          <a:r>
            <a:rPr lang="en-US"/>
            <a:t>Interactive visuals improve decision-making.</a:t>
          </a:r>
        </a:p>
      </dgm:t>
    </dgm:pt>
    <dgm:pt modelId="{03B52132-C7A2-4564-A467-E238912179AD}" type="parTrans" cxnId="{FF6A9B5B-16F2-41ED-AD04-7ED9FD348877}">
      <dgm:prSet/>
      <dgm:spPr/>
      <dgm:t>
        <a:bodyPr/>
        <a:lstStyle/>
        <a:p>
          <a:endParaRPr lang="en-US"/>
        </a:p>
      </dgm:t>
    </dgm:pt>
    <dgm:pt modelId="{15765F02-4299-4257-912A-2BB3FEA0D32C}" type="sibTrans" cxnId="{FF6A9B5B-16F2-41ED-AD04-7ED9FD348877}">
      <dgm:prSet/>
      <dgm:spPr/>
      <dgm:t>
        <a:bodyPr/>
        <a:lstStyle/>
        <a:p>
          <a:endParaRPr lang="en-US"/>
        </a:p>
      </dgm:t>
    </dgm:pt>
    <dgm:pt modelId="{009545AF-0B0E-4C5D-8C9E-56869FFC613B}">
      <dgm:prSet/>
      <dgm:spPr/>
      <dgm:t>
        <a:bodyPr/>
        <a:lstStyle/>
        <a:p>
          <a:r>
            <a:rPr lang="en-US"/>
            <a:t>Data modeling and DAX enhance analytical accuracy.</a:t>
          </a:r>
        </a:p>
      </dgm:t>
    </dgm:pt>
    <dgm:pt modelId="{84375C04-B687-47CA-AE66-64FA916C445D}" type="parTrans" cxnId="{AEDD2F6B-D443-4227-9E4E-E9F8F233AE5D}">
      <dgm:prSet/>
      <dgm:spPr/>
      <dgm:t>
        <a:bodyPr/>
        <a:lstStyle/>
        <a:p>
          <a:endParaRPr lang="en-US"/>
        </a:p>
      </dgm:t>
    </dgm:pt>
    <dgm:pt modelId="{D6B11F4D-BD09-4419-AB77-356A9F5FF8CD}" type="sibTrans" cxnId="{AEDD2F6B-D443-4227-9E4E-E9F8F233AE5D}">
      <dgm:prSet/>
      <dgm:spPr/>
      <dgm:t>
        <a:bodyPr/>
        <a:lstStyle/>
        <a:p>
          <a:endParaRPr lang="en-US"/>
        </a:p>
      </dgm:t>
    </dgm:pt>
    <dgm:pt modelId="{CE682F88-D8CA-4E05-9E87-0657940DD1A1}">
      <dgm:prSet/>
      <dgm:spPr/>
      <dgm:t>
        <a:bodyPr/>
        <a:lstStyle/>
        <a:p>
          <a:r>
            <a:rPr lang="en-US"/>
            <a:t>Supports marketing and sales strategy planning.</a:t>
          </a:r>
        </a:p>
      </dgm:t>
    </dgm:pt>
    <dgm:pt modelId="{6C43828A-0368-441A-870E-93B1E9D59EDB}" type="parTrans" cxnId="{3374DECE-1D37-473A-AA2C-CF3FDC5723FE}">
      <dgm:prSet/>
      <dgm:spPr/>
      <dgm:t>
        <a:bodyPr/>
        <a:lstStyle/>
        <a:p>
          <a:endParaRPr lang="en-US"/>
        </a:p>
      </dgm:t>
    </dgm:pt>
    <dgm:pt modelId="{13B5DF8D-D5F8-46A1-8E1B-A8A13079B036}" type="sibTrans" cxnId="{3374DECE-1D37-473A-AA2C-CF3FDC5723FE}">
      <dgm:prSet/>
      <dgm:spPr/>
      <dgm:t>
        <a:bodyPr/>
        <a:lstStyle/>
        <a:p>
          <a:endParaRPr lang="en-US"/>
        </a:p>
      </dgm:t>
    </dgm:pt>
    <dgm:pt modelId="{BBFE35E8-9041-434B-8A52-EFCE20E13BD9}" type="pres">
      <dgm:prSet presAssocID="{4E177700-F96E-4543-8FDF-B444B2CEA65A}" presName="root" presStyleCnt="0">
        <dgm:presLayoutVars>
          <dgm:dir/>
          <dgm:resizeHandles val="exact"/>
        </dgm:presLayoutVars>
      </dgm:prSet>
      <dgm:spPr/>
    </dgm:pt>
    <dgm:pt modelId="{535F7E0C-194F-475D-8C96-8B1EB44CD997}" type="pres">
      <dgm:prSet presAssocID="{8F05B9C4-6C0E-4957-B03F-FAA95AF12775}" presName="compNode" presStyleCnt="0"/>
      <dgm:spPr/>
    </dgm:pt>
    <dgm:pt modelId="{95884BAF-809F-4EC9-9720-C2FAD826CD0B}" type="pres">
      <dgm:prSet presAssocID="{8F05B9C4-6C0E-4957-B03F-FAA95AF12775}" presName="bgRect" presStyleLbl="bgShp" presStyleIdx="0" presStyleCnt="4"/>
      <dgm:spPr/>
    </dgm:pt>
    <dgm:pt modelId="{56760F6C-AA45-4AEE-B8D0-5250C8AA2C7B}" type="pres">
      <dgm:prSet presAssocID="{8F05B9C4-6C0E-4957-B03F-FAA95AF1277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B76ED82D-401F-46AA-A003-68461AE0FF2F}" type="pres">
      <dgm:prSet presAssocID="{8F05B9C4-6C0E-4957-B03F-FAA95AF12775}" presName="spaceRect" presStyleCnt="0"/>
      <dgm:spPr/>
    </dgm:pt>
    <dgm:pt modelId="{F9175930-7B82-496E-B11C-75507F25B049}" type="pres">
      <dgm:prSet presAssocID="{8F05B9C4-6C0E-4957-B03F-FAA95AF12775}" presName="parTx" presStyleLbl="revTx" presStyleIdx="0" presStyleCnt="4">
        <dgm:presLayoutVars>
          <dgm:chMax val="0"/>
          <dgm:chPref val="0"/>
        </dgm:presLayoutVars>
      </dgm:prSet>
      <dgm:spPr/>
    </dgm:pt>
    <dgm:pt modelId="{5AE47F75-8671-4073-B0DD-F382DBA4C0FB}" type="pres">
      <dgm:prSet presAssocID="{3C66B935-9944-419A-BFF3-E271FCFB5A69}" presName="sibTrans" presStyleCnt="0"/>
      <dgm:spPr/>
    </dgm:pt>
    <dgm:pt modelId="{103794DA-BCDB-4F7C-A02A-CC490A984B34}" type="pres">
      <dgm:prSet presAssocID="{5A246228-A225-4D7D-992E-6FC6015F0508}" presName="compNode" presStyleCnt="0"/>
      <dgm:spPr/>
    </dgm:pt>
    <dgm:pt modelId="{F2D6A314-C677-4B17-B916-EFDFAF6C1340}" type="pres">
      <dgm:prSet presAssocID="{5A246228-A225-4D7D-992E-6FC6015F0508}" presName="bgRect" presStyleLbl="bgShp" presStyleIdx="1" presStyleCnt="4"/>
      <dgm:spPr/>
    </dgm:pt>
    <dgm:pt modelId="{1598FDF1-4EDB-4396-8FA7-EEFB12BAD84E}" type="pres">
      <dgm:prSet presAssocID="{5A246228-A225-4D7D-992E-6FC6015F050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s"/>
        </a:ext>
      </dgm:extLst>
    </dgm:pt>
    <dgm:pt modelId="{C5CEE060-BA0C-4D13-AB9B-8F7DFC27F97C}" type="pres">
      <dgm:prSet presAssocID="{5A246228-A225-4D7D-992E-6FC6015F0508}" presName="spaceRect" presStyleCnt="0"/>
      <dgm:spPr/>
    </dgm:pt>
    <dgm:pt modelId="{C22CF751-445B-4CF2-B677-6ED36553A339}" type="pres">
      <dgm:prSet presAssocID="{5A246228-A225-4D7D-992E-6FC6015F0508}" presName="parTx" presStyleLbl="revTx" presStyleIdx="1" presStyleCnt="4">
        <dgm:presLayoutVars>
          <dgm:chMax val="0"/>
          <dgm:chPref val="0"/>
        </dgm:presLayoutVars>
      </dgm:prSet>
      <dgm:spPr/>
    </dgm:pt>
    <dgm:pt modelId="{1E8D8E9C-BF85-4F6A-81B4-9B12B8161355}" type="pres">
      <dgm:prSet presAssocID="{15765F02-4299-4257-912A-2BB3FEA0D32C}" presName="sibTrans" presStyleCnt="0"/>
      <dgm:spPr/>
    </dgm:pt>
    <dgm:pt modelId="{734BE9A9-0398-452C-AE0F-38970099B705}" type="pres">
      <dgm:prSet presAssocID="{009545AF-0B0E-4C5D-8C9E-56869FFC613B}" presName="compNode" presStyleCnt="0"/>
      <dgm:spPr/>
    </dgm:pt>
    <dgm:pt modelId="{8AE0A06A-7E76-4AA7-BA13-C185B7D2270D}" type="pres">
      <dgm:prSet presAssocID="{009545AF-0B0E-4C5D-8C9E-56869FFC613B}" presName="bgRect" presStyleLbl="bgShp" presStyleIdx="2" presStyleCnt="4"/>
      <dgm:spPr/>
    </dgm:pt>
    <dgm:pt modelId="{EEF7DF59-266E-4BD2-9B17-D64A0DB26E25}" type="pres">
      <dgm:prSet presAssocID="{009545AF-0B0E-4C5D-8C9E-56869FFC613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FD889DCF-3CFF-4885-99E8-72756A615E59}" type="pres">
      <dgm:prSet presAssocID="{009545AF-0B0E-4C5D-8C9E-56869FFC613B}" presName="spaceRect" presStyleCnt="0"/>
      <dgm:spPr/>
    </dgm:pt>
    <dgm:pt modelId="{0F05C67B-FD1A-4834-8191-2256660C6D43}" type="pres">
      <dgm:prSet presAssocID="{009545AF-0B0E-4C5D-8C9E-56869FFC613B}" presName="parTx" presStyleLbl="revTx" presStyleIdx="2" presStyleCnt="4">
        <dgm:presLayoutVars>
          <dgm:chMax val="0"/>
          <dgm:chPref val="0"/>
        </dgm:presLayoutVars>
      </dgm:prSet>
      <dgm:spPr/>
    </dgm:pt>
    <dgm:pt modelId="{05757A6D-C8F3-4F61-840A-2982FA337406}" type="pres">
      <dgm:prSet presAssocID="{D6B11F4D-BD09-4419-AB77-356A9F5FF8CD}" presName="sibTrans" presStyleCnt="0"/>
      <dgm:spPr/>
    </dgm:pt>
    <dgm:pt modelId="{E09FA917-6EAC-4E45-8730-1EB0BA639E6C}" type="pres">
      <dgm:prSet presAssocID="{CE682F88-D8CA-4E05-9E87-0657940DD1A1}" presName="compNode" presStyleCnt="0"/>
      <dgm:spPr/>
    </dgm:pt>
    <dgm:pt modelId="{E77FF8F6-EB12-4C63-BD0A-60BC5B3D6D02}" type="pres">
      <dgm:prSet presAssocID="{CE682F88-D8CA-4E05-9E87-0657940DD1A1}" presName="bgRect" presStyleLbl="bgShp" presStyleIdx="3" presStyleCnt="4"/>
      <dgm:spPr/>
    </dgm:pt>
    <dgm:pt modelId="{74484503-B05C-478A-A505-BC6E2DFCE5FB}" type="pres">
      <dgm:prSet presAssocID="{CE682F88-D8CA-4E05-9E87-0657940DD1A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406DD814-5F09-4C97-83E7-FCEEAEB870AE}" type="pres">
      <dgm:prSet presAssocID="{CE682F88-D8CA-4E05-9E87-0657940DD1A1}" presName="spaceRect" presStyleCnt="0"/>
      <dgm:spPr/>
    </dgm:pt>
    <dgm:pt modelId="{F9DCFA29-6D32-4D92-8056-879B2653403F}" type="pres">
      <dgm:prSet presAssocID="{CE682F88-D8CA-4E05-9E87-0657940DD1A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A8FDC10-A70D-4FD3-81BD-733BE51E1242}" srcId="{4E177700-F96E-4543-8FDF-B444B2CEA65A}" destId="{8F05B9C4-6C0E-4957-B03F-FAA95AF12775}" srcOrd="0" destOrd="0" parTransId="{FE330C4A-3D49-43E1-BC54-FF8592D50B77}" sibTransId="{3C66B935-9944-419A-BFF3-E271FCFB5A69}"/>
    <dgm:cxn modelId="{5FBF0916-E512-4E64-B08C-E7EEA34E7E42}" type="presOf" srcId="{5A246228-A225-4D7D-992E-6FC6015F0508}" destId="{C22CF751-445B-4CF2-B677-6ED36553A339}" srcOrd="0" destOrd="0" presId="urn:microsoft.com/office/officeart/2018/2/layout/IconVerticalSolidList"/>
    <dgm:cxn modelId="{BC8B8D19-5AD1-456C-802C-C1509BA4595A}" type="presOf" srcId="{8F05B9C4-6C0E-4957-B03F-FAA95AF12775}" destId="{F9175930-7B82-496E-B11C-75507F25B049}" srcOrd="0" destOrd="0" presId="urn:microsoft.com/office/officeart/2018/2/layout/IconVerticalSolidList"/>
    <dgm:cxn modelId="{FF6A9B5B-16F2-41ED-AD04-7ED9FD348877}" srcId="{4E177700-F96E-4543-8FDF-B444B2CEA65A}" destId="{5A246228-A225-4D7D-992E-6FC6015F0508}" srcOrd="1" destOrd="0" parTransId="{03B52132-C7A2-4564-A467-E238912179AD}" sibTransId="{15765F02-4299-4257-912A-2BB3FEA0D32C}"/>
    <dgm:cxn modelId="{AEDD2F6B-D443-4227-9E4E-E9F8F233AE5D}" srcId="{4E177700-F96E-4543-8FDF-B444B2CEA65A}" destId="{009545AF-0B0E-4C5D-8C9E-56869FFC613B}" srcOrd="2" destOrd="0" parTransId="{84375C04-B687-47CA-AE66-64FA916C445D}" sibTransId="{D6B11F4D-BD09-4419-AB77-356A9F5FF8CD}"/>
    <dgm:cxn modelId="{A537D74C-2620-40CC-AF3D-06D15E216B2F}" type="presOf" srcId="{CE682F88-D8CA-4E05-9E87-0657940DD1A1}" destId="{F9DCFA29-6D32-4D92-8056-879B2653403F}" srcOrd="0" destOrd="0" presId="urn:microsoft.com/office/officeart/2018/2/layout/IconVerticalSolidList"/>
    <dgm:cxn modelId="{B4F73B9D-4DD7-4D28-A6F8-E5D4DB43B182}" type="presOf" srcId="{009545AF-0B0E-4C5D-8C9E-56869FFC613B}" destId="{0F05C67B-FD1A-4834-8191-2256660C6D43}" srcOrd="0" destOrd="0" presId="urn:microsoft.com/office/officeart/2018/2/layout/IconVerticalSolidList"/>
    <dgm:cxn modelId="{892767A0-ED9D-4F69-9210-8D6D7ACFBB36}" type="presOf" srcId="{4E177700-F96E-4543-8FDF-B444B2CEA65A}" destId="{BBFE35E8-9041-434B-8A52-EFCE20E13BD9}" srcOrd="0" destOrd="0" presId="urn:microsoft.com/office/officeart/2018/2/layout/IconVerticalSolidList"/>
    <dgm:cxn modelId="{3374DECE-1D37-473A-AA2C-CF3FDC5723FE}" srcId="{4E177700-F96E-4543-8FDF-B444B2CEA65A}" destId="{CE682F88-D8CA-4E05-9E87-0657940DD1A1}" srcOrd="3" destOrd="0" parTransId="{6C43828A-0368-441A-870E-93B1E9D59EDB}" sibTransId="{13B5DF8D-D5F8-46A1-8E1B-A8A13079B036}"/>
    <dgm:cxn modelId="{03122A1F-F0DE-42FC-808E-79E3C305657A}" type="presParOf" srcId="{BBFE35E8-9041-434B-8A52-EFCE20E13BD9}" destId="{535F7E0C-194F-475D-8C96-8B1EB44CD997}" srcOrd="0" destOrd="0" presId="urn:microsoft.com/office/officeart/2018/2/layout/IconVerticalSolidList"/>
    <dgm:cxn modelId="{5BE63D6B-1E6F-42DC-9B11-A14D336E51AC}" type="presParOf" srcId="{535F7E0C-194F-475D-8C96-8B1EB44CD997}" destId="{95884BAF-809F-4EC9-9720-C2FAD826CD0B}" srcOrd="0" destOrd="0" presId="urn:microsoft.com/office/officeart/2018/2/layout/IconVerticalSolidList"/>
    <dgm:cxn modelId="{AA2B0132-8171-4C39-AB5E-758366122A85}" type="presParOf" srcId="{535F7E0C-194F-475D-8C96-8B1EB44CD997}" destId="{56760F6C-AA45-4AEE-B8D0-5250C8AA2C7B}" srcOrd="1" destOrd="0" presId="urn:microsoft.com/office/officeart/2018/2/layout/IconVerticalSolidList"/>
    <dgm:cxn modelId="{71C0060F-1919-4A3A-822A-87571D514190}" type="presParOf" srcId="{535F7E0C-194F-475D-8C96-8B1EB44CD997}" destId="{B76ED82D-401F-46AA-A003-68461AE0FF2F}" srcOrd="2" destOrd="0" presId="urn:microsoft.com/office/officeart/2018/2/layout/IconVerticalSolidList"/>
    <dgm:cxn modelId="{121AAD1D-721E-4011-A73E-1B4757C0F104}" type="presParOf" srcId="{535F7E0C-194F-475D-8C96-8B1EB44CD997}" destId="{F9175930-7B82-496E-B11C-75507F25B049}" srcOrd="3" destOrd="0" presId="urn:microsoft.com/office/officeart/2018/2/layout/IconVerticalSolidList"/>
    <dgm:cxn modelId="{8CA4E09E-E3F0-4E02-8B43-DF46C6CBDDF9}" type="presParOf" srcId="{BBFE35E8-9041-434B-8A52-EFCE20E13BD9}" destId="{5AE47F75-8671-4073-B0DD-F382DBA4C0FB}" srcOrd="1" destOrd="0" presId="urn:microsoft.com/office/officeart/2018/2/layout/IconVerticalSolidList"/>
    <dgm:cxn modelId="{5216CFFC-E369-4A78-8694-BE77CAF77212}" type="presParOf" srcId="{BBFE35E8-9041-434B-8A52-EFCE20E13BD9}" destId="{103794DA-BCDB-4F7C-A02A-CC490A984B34}" srcOrd="2" destOrd="0" presId="urn:microsoft.com/office/officeart/2018/2/layout/IconVerticalSolidList"/>
    <dgm:cxn modelId="{C3985C72-B285-41B9-8D0B-699D6E5E1B85}" type="presParOf" srcId="{103794DA-BCDB-4F7C-A02A-CC490A984B34}" destId="{F2D6A314-C677-4B17-B916-EFDFAF6C1340}" srcOrd="0" destOrd="0" presId="urn:microsoft.com/office/officeart/2018/2/layout/IconVerticalSolidList"/>
    <dgm:cxn modelId="{63CBEB3B-D982-42AD-B898-BACEB910F9AF}" type="presParOf" srcId="{103794DA-BCDB-4F7C-A02A-CC490A984B34}" destId="{1598FDF1-4EDB-4396-8FA7-EEFB12BAD84E}" srcOrd="1" destOrd="0" presId="urn:microsoft.com/office/officeart/2018/2/layout/IconVerticalSolidList"/>
    <dgm:cxn modelId="{3286726F-E035-4144-97BF-1791CFDE6785}" type="presParOf" srcId="{103794DA-BCDB-4F7C-A02A-CC490A984B34}" destId="{C5CEE060-BA0C-4D13-AB9B-8F7DFC27F97C}" srcOrd="2" destOrd="0" presId="urn:microsoft.com/office/officeart/2018/2/layout/IconVerticalSolidList"/>
    <dgm:cxn modelId="{C12E17EC-03A4-48C0-BB4A-F64489313D66}" type="presParOf" srcId="{103794DA-BCDB-4F7C-A02A-CC490A984B34}" destId="{C22CF751-445B-4CF2-B677-6ED36553A339}" srcOrd="3" destOrd="0" presId="urn:microsoft.com/office/officeart/2018/2/layout/IconVerticalSolidList"/>
    <dgm:cxn modelId="{E791F98A-E323-40A5-AB39-E2427871756D}" type="presParOf" srcId="{BBFE35E8-9041-434B-8A52-EFCE20E13BD9}" destId="{1E8D8E9C-BF85-4F6A-81B4-9B12B8161355}" srcOrd="3" destOrd="0" presId="urn:microsoft.com/office/officeart/2018/2/layout/IconVerticalSolidList"/>
    <dgm:cxn modelId="{CF1BB934-568C-4389-B516-5712A0834966}" type="presParOf" srcId="{BBFE35E8-9041-434B-8A52-EFCE20E13BD9}" destId="{734BE9A9-0398-452C-AE0F-38970099B705}" srcOrd="4" destOrd="0" presId="urn:microsoft.com/office/officeart/2018/2/layout/IconVerticalSolidList"/>
    <dgm:cxn modelId="{87E69270-C88B-4D28-8B34-5E88624B3529}" type="presParOf" srcId="{734BE9A9-0398-452C-AE0F-38970099B705}" destId="{8AE0A06A-7E76-4AA7-BA13-C185B7D2270D}" srcOrd="0" destOrd="0" presId="urn:microsoft.com/office/officeart/2018/2/layout/IconVerticalSolidList"/>
    <dgm:cxn modelId="{E7F8B5E9-70B2-4317-91CD-60C9492F1279}" type="presParOf" srcId="{734BE9A9-0398-452C-AE0F-38970099B705}" destId="{EEF7DF59-266E-4BD2-9B17-D64A0DB26E25}" srcOrd="1" destOrd="0" presId="urn:microsoft.com/office/officeart/2018/2/layout/IconVerticalSolidList"/>
    <dgm:cxn modelId="{8DB974CD-6A69-46CF-AD77-B0C163E78413}" type="presParOf" srcId="{734BE9A9-0398-452C-AE0F-38970099B705}" destId="{FD889DCF-3CFF-4885-99E8-72756A615E59}" srcOrd="2" destOrd="0" presId="urn:microsoft.com/office/officeart/2018/2/layout/IconVerticalSolidList"/>
    <dgm:cxn modelId="{D349DEBF-B54B-4769-8821-519218B9AD31}" type="presParOf" srcId="{734BE9A9-0398-452C-AE0F-38970099B705}" destId="{0F05C67B-FD1A-4834-8191-2256660C6D43}" srcOrd="3" destOrd="0" presId="urn:microsoft.com/office/officeart/2018/2/layout/IconVerticalSolidList"/>
    <dgm:cxn modelId="{9FB28D00-F0C9-4BE6-BF28-7C63C53B45EE}" type="presParOf" srcId="{BBFE35E8-9041-434B-8A52-EFCE20E13BD9}" destId="{05757A6D-C8F3-4F61-840A-2982FA337406}" srcOrd="5" destOrd="0" presId="urn:microsoft.com/office/officeart/2018/2/layout/IconVerticalSolidList"/>
    <dgm:cxn modelId="{D697ED1E-C7EE-4E57-8AFC-4B4D3FD0B964}" type="presParOf" srcId="{BBFE35E8-9041-434B-8A52-EFCE20E13BD9}" destId="{E09FA917-6EAC-4E45-8730-1EB0BA639E6C}" srcOrd="6" destOrd="0" presId="urn:microsoft.com/office/officeart/2018/2/layout/IconVerticalSolidList"/>
    <dgm:cxn modelId="{33E35BE8-F431-4F9A-B2FB-300AE0C0FE97}" type="presParOf" srcId="{E09FA917-6EAC-4E45-8730-1EB0BA639E6C}" destId="{E77FF8F6-EB12-4C63-BD0A-60BC5B3D6D02}" srcOrd="0" destOrd="0" presId="urn:microsoft.com/office/officeart/2018/2/layout/IconVerticalSolidList"/>
    <dgm:cxn modelId="{BB75358C-CFF9-409B-A342-D2D2092F6BE7}" type="presParOf" srcId="{E09FA917-6EAC-4E45-8730-1EB0BA639E6C}" destId="{74484503-B05C-478A-A505-BC6E2DFCE5FB}" srcOrd="1" destOrd="0" presId="urn:microsoft.com/office/officeart/2018/2/layout/IconVerticalSolidList"/>
    <dgm:cxn modelId="{F88AC1C9-194E-40DF-A298-F6E9410933CE}" type="presParOf" srcId="{E09FA917-6EAC-4E45-8730-1EB0BA639E6C}" destId="{406DD814-5F09-4C97-83E7-FCEEAEB870AE}" srcOrd="2" destOrd="0" presId="urn:microsoft.com/office/officeart/2018/2/layout/IconVerticalSolidList"/>
    <dgm:cxn modelId="{B47BEAE9-B4DA-416A-BB89-6CDC4A16112A}" type="presParOf" srcId="{E09FA917-6EAC-4E45-8730-1EB0BA639E6C}" destId="{F9DCFA29-6D32-4D92-8056-879B2653403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90330B-3BB3-4376-BA32-D194685EEBD7}">
      <dsp:nvSpPr>
        <dsp:cNvPr id="0" name=""/>
        <dsp:cNvSpPr/>
      </dsp:nvSpPr>
      <dsp:spPr>
        <a:xfrm>
          <a:off x="0" y="107574"/>
          <a:ext cx="5124159" cy="45571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Total Delivered Orders</a:t>
          </a:r>
        </a:p>
      </dsp:txBody>
      <dsp:txXfrm>
        <a:off x="22246" y="129820"/>
        <a:ext cx="5079667" cy="411223"/>
      </dsp:txXfrm>
    </dsp:sp>
    <dsp:sp modelId="{3AB7686B-3A44-486C-8913-B10B290A3696}">
      <dsp:nvSpPr>
        <dsp:cNvPr id="0" name=""/>
        <dsp:cNvSpPr/>
      </dsp:nvSpPr>
      <dsp:spPr>
        <a:xfrm>
          <a:off x="0" y="618009"/>
          <a:ext cx="5124159" cy="455715"/>
        </a:xfrm>
        <a:prstGeom prst="roundRect">
          <a:avLst/>
        </a:prstGeom>
        <a:gradFill rotWithShape="0">
          <a:gsLst>
            <a:gs pos="0">
              <a:schemeClr val="accent2">
                <a:hueOff val="50352"/>
                <a:satOff val="-5333"/>
                <a:lumOff val="-131"/>
                <a:alphaOff val="0"/>
                <a:tint val="96000"/>
                <a:lumMod val="104000"/>
              </a:schemeClr>
            </a:gs>
            <a:gs pos="100000">
              <a:schemeClr val="accent2">
                <a:hueOff val="50352"/>
                <a:satOff val="-5333"/>
                <a:lumOff val="-131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Average Time Spent</a:t>
          </a:r>
        </a:p>
      </dsp:txBody>
      <dsp:txXfrm>
        <a:off x="22246" y="640255"/>
        <a:ext cx="5079667" cy="411223"/>
      </dsp:txXfrm>
    </dsp:sp>
    <dsp:sp modelId="{8A089766-D2CE-4EB1-891F-F63AD58A846A}">
      <dsp:nvSpPr>
        <dsp:cNvPr id="0" name=""/>
        <dsp:cNvSpPr/>
      </dsp:nvSpPr>
      <dsp:spPr>
        <a:xfrm>
          <a:off x="0" y="1128444"/>
          <a:ext cx="5124159" cy="455715"/>
        </a:xfrm>
        <a:prstGeom prst="roundRect">
          <a:avLst/>
        </a:prstGeom>
        <a:gradFill rotWithShape="0">
          <a:gsLst>
            <a:gs pos="0">
              <a:schemeClr val="accent2">
                <a:hueOff val="100703"/>
                <a:satOff val="-10665"/>
                <a:lumOff val="-261"/>
                <a:alphaOff val="0"/>
                <a:tint val="96000"/>
                <a:lumMod val="104000"/>
              </a:schemeClr>
            </a:gs>
            <a:gs pos="100000">
              <a:schemeClr val="accent2">
                <a:hueOff val="100703"/>
                <a:satOff val="-10665"/>
                <a:lumOff val="-261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Average Discount</a:t>
          </a:r>
        </a:p>
      </dsp:txBody>
      <dsp:txXfrm>
        <a:off x="22246" y="1150690"/>
        <a:ext cx="5079667" cy="411223"/>
      </dsp:txXfrm>
    </dsp:sp>
    <dsp:sp modelId="{78CB79A5-BEA5-473D-AF91-EFC17EC863B4}">
      <dsp:nvSpPr>
        <dsp:cNvPr id="0" name=""/>
        <dsp:cNvSpPr/>
      </dsp:nvSpPr>
      <dsp:spPr>
        <a:xfrm>
          <a:off x="0" y="1638879"/>
          <a:ext cx="5124159" cy="455715"/>
        </a:xfrm>
        <a:prstGeom prst="roundRect">
          <a:avLst/>
        </a:prstGeom>
        <a:gradFill rotWithShape="0">
          <a:gsLst>
            <a:gs pos="0">
              <a:schemeClr val="accent2">
                <a:hueOff val="151055"/>
                <a:satOff val="-15998"/>
                <a:lumOff val="-392"/>
                <a:alphaOff val="0"/>
                <a:tint val="96000"/>
                <a:lumMod val="104000"/>
              </a:schemeClr>
            </a:gs>
            <a:gs pos="100000">
              <a:schemeClr val="accent2">
                <a:hueOff val="151055"/>
                <a:satOff val="-15998"/>
                <a:lumOff val="-392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Average Rating</a:t>
          </a:r>
        </a:p>
      </dsp:txBody>
      <dsp:txXfrm>
        <a:off x="22246" y="1661125"/>
        <a:ext cx="5079667" cy="411223"/>
      </dsp:txXfrm>
    </dsp:sp>
    <dsp:sp modelId="{C448E8E9-15F2-4129-AD57-5ACD63E7D856}">
      <dsp:nvSpPr>
        <dsp:cNvPr id="0" name=""/>
        <dsp:cNvSpPr/>
      </dsp:nvSpPr>
      <dsp:spPr>
        <a:xfrm>
          <a:off x="0" y="2149314"/>
          <a:ext cx="5124159" cy="455715"/>
        </a:xfrm>
        <a:prstGeom prst="roundRect">
          <a:avLst/>
        </a:prstGeom>
        <a:gradFill rotWithShape="0">
          <a:gsLst>
            <a:gs pos="0">
              <a:schemeClr val="accent2">
                <a:hueOff val="201407"/>
                <a:satOff val="-21330"/>
                <a:lumOff val="-523"/>
                <a:alphaOff val="0"/>
                <a:tint val="96000"/>
                <a:lumMod val="104000"/>
              </a:schemeClr>
            </a:gs>
            <a:gs pos="100000">
              <a:schemeClr val="accent2">
                <a:hueOff val="201407"/>
                <a:satOff val="-21330"/>
                <a:lumOff val="-523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Total Order Value</a:t>
          </a:r>
        </a:p>
      </dsp:txBody>
      <dsp:txXfrm>
        <a:off x="22246" y="2171560"/>
        <a:ext cx="5079667" cy="411223"/>
      </dsp:txXfrm>
    </dsp:sp>
    <dsp:sp modelId="{1E7388F8-0714-410F-9629-245D283EA0C7}">
      <dsp:nvSpPr>
        <dsp:cNvPr id="0" name=""/>
        <dsp:cNvSpPr/>
      </dsp:nvSpPr>
      <dsp:spPr>
        <a:xfrm>
          <a:off x="0" y="2659749"/>
          <a:ext cx="5124159" cy="455715"/>
        </a:xfrm>
        <a:prstGeom prst="roundRect">
          <a:avLst/>
        </a:prstGeom>
        <a:gradFill rotWithShape="0">
          <a:gsLst>
            <a:gs pos="0">
              <a:schemeClr val="accent2">
                <a:hueOff val="251758"/>
                <a:satOff val="-26663"/>
                <a:lumOff val="-653"/>
                <a:alphaOff val="0"/>
                <a:tint val="96000"/>
                <a:lumMod val="104000"/>
              </a:schemeClr>
            </a:gs>
            <a:gs pos="100000">
              <a:schemeClr val="accent2">
                <a:hueOff val="251758"/>
                <a:satOff val="-26663"/>
                <a:lumOff val="-653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Total Products</a:t>
          </a:r>
        </a:p>
      </dsp:txBody>
      <dsp:txXfrm>
        <a:off x="22246" y="2681995"/>
        <a:ext cx="5079667" cy="411223"/>
      </dsp:txXfrm>
    </dsp:sp>
    <dsp:sp modelId="{0E271467-0CAA-4CB5-A626-6F1EA8D5F430}">
      <dsp:nvSpPr>
        <dsp:cNvPr id="0" name=""/>
        <dsp:cNvSpPr/>
      </dsp:nvSpPr>
      <dsp:spPr>
        <a:xfrm>
          <a:off x="0" y="3170184"/>
          <a:ext cx="5124159" cy="455715"/>
        </a:xfrm>
        <a:prstGeom prst="roundRect">
          <a:avLst/>
        </a:prstGeom>
        <a:gradFill rotWithShape="0">
          <a:gsLst>
            <a:gs pos="0">
              <a:schemeClr val="accent2">
                <a:hueOff val="302110"/>
                <a:satOff val="-31995"/>
                <a:lumOff val="-784"/>
                <a:alphaOff val="0"/>
                <a:tint val="96000"/>
                <a:lumMod val="104000"/>
              </a:schemeClr>
            </a:gs>
            <a:gs pos="100000">
              <a:schemeClr val="accent2">
                <a:hueOff val="302110"/>
                <a:satOff val="-31995"/>
                <a:lumOff val="-784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Total Orders</a:t>
          </a:r>
        </a:p>
      </dsp:txBody>
      <dsp:txXfrm>
        <a:off x="22246" y="3192430"/>
        <a:ext cx="5079667" cy="411223"/>
      </dsp:txXfrm>
    </dsp:sp>
    <dsp:sp modelId="{C322107D-A218-4E04-929F-5D75ACA20C22}">
      <dsp:nvSpPr>
        <dsp:cNvPr id="0" name=""/>
        <dsp:cNvSpPr/>
      </dsp:nvSpPr>
      <dsp:spPr>
        <a:xfrm>
          <a:off x="0" y="3680619"/>
          <a:ext cx="5124159" cy="455715"/>
        </a:xfrm>
        <a:prstGeom prst="roundRect">
          <a:avLst/>
        </a:prstGeom>
        <a:gradFill rotWithShape="0">
          <a:gsLst>
            <a:gs pos="0">
              <a:schemeClr val="accent2">
                <a:hueOff val="352462"/>
                <a:satOff val="-37328"/>
                <a:lumOff val="-915"/>
                <a:alphaOff val="0"/>
                <a:tint val="96000"/>
                <a:lumMod val="104000"/>
              </a:schemeClr>
            </a:gs>
            <a:gs pos="100000">
              <a:schemeClr val="accent2">
                <a:hueOff val="352462"/>
                <a:satOff val="-37328"/>
                <a:lumOff val="-915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Total Customers</a:t>
          </a:r>
        </a:p>
      </dsp:txBody>
      <dsp:txXfrm>
        <a:off x="22246" y="3702865"/>
        <a:ext cx="5079667" cy="411223"/>
      </dsp:txXfrm>
    </dsp:sp>
    <dsp:sp modelId="{60C8B0A2-BBEB-4996-A565-88E7BABD88FF}">
      <dsp:nvSpPr>
        <dsp:cNvPr id="0" name=""/>
        <dsp:cNvSpPr/>
      </dsp:nvSpPr>
      <dsp:spPr>
        <a:xfrm>
          <a:off x="0" y="4191054"/>
          <a:ext cx="5124159" cy="455715"/>
        </a:xfrm>
        <a:prstGeom prst="roundRect">
          <a:avLst/>
        </a:prstGeom>
        <a:gradFill rotWithShape="0">
          <a:gsLst>
            <a:gs pos="0">
              <a:schemeClr val="accent2">
                <a:hueOff val="402813"/>
                <a:satOff val="-42660"/>
                <a:lumOff val="-1045"/>
                <a:alphaOff val="0"/>
                <a:tint val="96000"/>
                <a:lumMod val="104000"/>
              </a:schemeClr>
            </a:gs>
            <a:gs pos="100000">
              <a:schemeClr val="accent2">
                <a:hueOff val="402813"/>
                <a:satOff val="-42660"/>
                <a:lumOff val="-1045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Avg Days to Deliver</a:t>
          </a:r>
        </a:p>
      </dsp:txBody>
      <dsp:txXfrm>
        <a:off x="22246" y="4213300"/>
        <a:ext cx="5079667" cy="411223"/>
      </dsp:txXfrm>
    </dsp:sp>
    <dsp:sp modelId="{31FD93B1-FDB8-4711-BC57-BA692D410037}">
      <dsp:nvSpPr>
        <dsp:cNvPr id="0" name=""/>
        <dsp:cNvSpPr/>
      </dsp:nvSpPr>
      <dsp:spPr>
        <a:xfrm>
          <a:off x="0" y="4701489"/>
          <a:ext cx="5124159" cy="455715"/>
        </a:xfrm>
        <a:prstGeom prst="roundRect">
          <a:avLst/>
        </a:prstGeom>
        <a:gradFill rotWithShape="0">
          <a:gsLst>
            <a:gs pos="0">
              <a:schemeClr val="accent2">
                <a:hueOff val="453165"/>
                <a:satOff val="-47993"/>
                <a:lumOff val="-1176"/>
                <a:alphaOff val="0"/>
                <a:tint val="96000"/>
                <a:lumMod val="104000"/>
              </a:schemeClr>
            </a:gs>
            <a:gs pos="100000">
              <a:schemeClr val="accent2">
                <a:hueOff val="453165"/>
                <a:satOff val="-47993"/>
                <a:lumOff val="-1176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Average No. of Clicks</a:t>
          </a:r>
        </a:p>
      </dsp:txBody>
      <dsp:txXfrm>
        <a:off x="22246" y="4723735"/>
        <a:ext cx="5079667" cy="4112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10FB5E-16B9-4237-9CFA-6F79E226F8A3}">
      <dsp:nvSpPr>
        <dsp:cNvPr id="0" name=""/>
        <dsp:cNvSpPr/>
      </dsp:nvSpPr>
      <dsp:spPr>
        <a:xfrm>
          <a:off x="1539867" y="1366"/>
          <a:ext cx="6159471" cy="707957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511" tIns="179821" rIns="119511" bIns="17982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Increase focus in Maharashtra to boost sales further.</a:t>
          </a:r>
        </a:p>
      </dsp:txBody>
      <dsp:txXfrm>
        <a:off x="1539867" y="1366"/>
        <a:ext cx="6159471" cy="707957"/>
      </dsp:txXfrm>
    </dsp:sp>
    <dsp:sp modelId="{958F82B6-33D3-4CF5-88C9-FD4F5036CC81}">
      <dsp:nvSpPr>
        <dsp:cNvPr id="0" name=""/>
        <dsp:cNvSpPr/>
      </dsp:nvSpPr>
      <dsp:spPr>
        <a:xfrm>
          <a:off x="0" y="1366"/>
          <a:ext cx="1539867" cy="707957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1485" tIns="69930" rIns="81485" bIns="6993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Increase</a:t>
          </a:r>
        </a:p>
      </dsp:txBody>
      <dsp:txXfrm>
        <a:off x="0" y="1366"/>
        <a:ext cx="1539867" cy="707957"/>
      </dsp:txXfrm>
    </dsp:sp>
    <dsp:sp modelId="{BF06385D-C226-4D7B-85A8-CAC68EF6380D}">
      <dsp:nvSpPr>
        <dsp:cNvPr id="0" name=""/>
        <dsp:cNvSpPr/>
      </dsp:nvSpPr>
      <dsp:spPr>
        <a:xfrm>
          <a:off x="1539867" y="751801"/>
          <a:ext cx="6159471" cy="707957"/>
        </a:xfrm>
        <a:prstGeom prst="rect">
          <a:avLst/>
        </a:prstGeom>
        <a:solidFill>
          <a:schemeClr val="accent5">
            <a:tint val="40000"/>
            <a:alpha val="90000"/>
            <a:hueOff val="1432725"/>
            <a:satOff val="-1155"/>
            <a:lumOff val="309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1432725"/>
              <a:satOff val="-1155"/>
              <a:lumOff val="30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511" tIns="179821" rIns="119511" bIns="17982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Target female customers with engagement campaigns.</a:t>
          </a:r>
        </a:p>
      </dsp:txBody>
      <dsp:txXfrm>
        <a:off x="1539867" y="751801"/>
        <a:ext cx="6159471" cy="707957"/>
      </dsp:txXfrm>
    </dsp:sp>
    <dsp:sp modelId="{6BC5B87B-0028-4B1E-A7E9-280CF1E49430}">
      <dsp:nvSpPr>
        <dsp:cNvPr id="0" name=""/>
        <dsp:cNvSpPr/>
      </dsp:nvSpPr>
      <dsp:spPr>
        <a:xfrm>
          <a:off x="0" y="751801"/>
          <a:ext cx="1539867" cy="707957"/>
        </a:xfrm>
        <a:prstGeom prst="rect">
          <a:avLst/>
        </a:prstGeom>
        <a:gradFill rotWithShape="0">
          <a:gsLst>
            <a:gs pos="0">
              <a:schemeClr val="accent5">
                <a:hueOff val="1602711"/>
                <a:satOff val="-3255"/>
                <a:lumOff val="2092"/>
                <a:alphaOff val="0"/>
                <a:tint val="96000"/>
                <a:lumMod val="104000"/>
              </a:schemeClr>
            </a:gs>
            <a:gs pos="100000">
              <a:schemeClr val="accent5">
                <a:hueOff val="1602711"/>
                <a:satOff val="-3255"/>
                <a:lumOff val="2092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1602711"/>
              <a:satOff val="-3255"/>
              <a:lumOff val="2092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1485" tIns="69930" rIns="81485" bIns="6993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Target</a:t>
          </a:r>
        </a:p>
      </dsp:txBody>
      <dsp:txXfrm>
        <a:off x="0" y="751801"/>
        <a:ext cx="1539867" cy="707957"/>
      </dsp:txXfrm>
    </dsp:sp>
    <dsp:sp modelId="{8EBC05A2-16D7-4B5B-BE6A-23EBCBD79BD1}">
      <dsp:nvSpPr>
        <dsp:cNvPr id="0" name=""/>
        <dsp:cNvSpPr/>
      </dsp:nvSpPr>
      <dsp:spPr>
        <a:xfrm>
          <a:off x="1539867" y="1502236"/>
          <a:ext cx="6159471" cy="707957"/>
        </a:xfrm>
        <a:prstGeom prst="rect">
          <a:avLst/>
        </a:prstGeom>
        <a:solidFill>
          <a:schemeClr val="accent5">
            <a:tint val="40000"/>
            <a:alpha val="90000"/>
            <a:hueOff val="2865450"/>
            <a:satOff val="-2310"/>
            <a:lumOff val="617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2865450"/>
              <a:satOff val="-2310"/>
              <a:lumOff val="61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511" tIns="179821" rIns="119511" bIns="17982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Invest more in Instagram advertising.</a:t>
          </a:r>
        </a:p>
      </dsp:txBody>
      <dsp:txXfrm>
        <a:off x="1539867" y="1502236"/>
        <a:ext cx="6159471" cy="707957"/>
      </dsp:txXfrm>
    </dsp:sp>
    <dsp:sp modelId="{EB2C75CC-E465-4C4C-9919-E4F8B1CCEF89}">
      <dsp:nvSpPr>
        <dsp:cNvPr id="0" name=""/>
        <dsp:cNvSpPr/>
      </dsp:nvSpPr>
      <dsp:spPr>
        <a:xfrm>
          <a:off x="0" y="1502236"/>
          <a:ext cx="1539867" cy="707957"/>
        </a:xfrm>
        <a:prstGeom prst="rect">
          <a:avLst/>
        </a:prstGeom>
        <a:gradFill rotWithShape="0">
          <a:gsLst>
            <a:gs pos="0">
              <a:schemeClr val="accent5">
                <a:hueOff val="3205422"/>
                <a:satOff val="-6509"/>
                <a:lumOff val="4183"/>
                <a:alphaOff val="0"/>
                <a:tint val="96000"/>
                <a:lumMod val="104000"/>
              </a:schemeClr>
            </a:gs>
            <a:gs pos="100000">
              <a:schemeClr val="accent5">
                <a:hueOff val="3205422"/>
                <a:satOff val="-6509"/>
                <a:lumOff val="4183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3205422"/>
              <a:satOff val="-6509"/>
              <a:lumOff val="4183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1485" tIns="69930" rIns="81485" bIns="6993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Invest</a:t>
          </a:r>
        </a:p>
      </dsp:txBody>
      <dsp:txXfrm>
        <a:off x="0" y="1502236"/>
        <a:ext cx="1539867" cy="707957"/>
      </dsp:txXfrm>
    </dsp:sp>
    <dsp:sp modelId="{93FC988B-DF33-4828-8F60-E253FD3F86BD}">
      <dsp:nvSpPr>
        <dsp:cNvPr id="0" name=""/>
        <dsp:cNvSpPr/>
      </dsp:nvSpPr>
      <dsp:spPr>
        <a:xfrm>
          <a:off x="1539867" y="2252671"/>
          <a:ext cx="6159471" cy="707957"/>
        </a:xfrm>
        <a:prstGeom prst="rect">
          <a:avLst/>
        </a:prstGeom>
        <a:solidFill>
          <a:schemeClr val="accent5">
            <a:tint val="40000"/>
            <a:alpha val="90000"/>
            <a:hueOff val="4298175"/>
            <a:satOff val="-3465"/>
            <a:lumOff val="926"/>
            <a:alphaOff val="0"/>
          </a:schemeClr>
        </a:solidFill>
        <a:ln w="9525" cap="rnd" cmpd="sng" algn="ctr">
          <a:solidFill>
            <a:schemeClr val="accent5">
              <a:tint val="40000"/>
              <a:alpha val="90000"/>
              <a:hueOff val="4298175"/>
              <a:satOff val="-3465"/>
              <a:lumOff val="92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511" tIns="179821" rIns="119511" bIns="17982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Enhance promotions for top-performing products.</a:t>
          </a:r>
        </a:p>
      </dsp:txBody>
      <dsp:txXfrm>
        <a:off x="1539867" y="2252671"/>
        <a:ext cx="6159471" cy="707957"/>
      </dsp:txXfrm>
    </dsp:sp>
    <dsp:sp modelId="{FAB9A166-8DA1-455B-A033-43B6D1C063C6}">
      <dsp:nvSpPr>
        <dsp:cNvPr id="0" name=""/>
        <dsp:cNvSpPr/>
      </dsp:nvSpPr>
      <dsp:spPr>
        <a:xfrm>
          <a:off x="0" y="2252671"/>
          <a:ext cx="1539867" cy="707957"/>
        </a:xfrm>
        <a:prstGeom prst="rect">
          <a:avLst/>
        </a:prstGeom>
        <a:gradFill rotWithShape="0">
          <a:gsLst>
            <a:gs pos="0">
              <a:schemeClr val="accent5">
                <a:hueOff val="4808133"/>
                <a:satOff val="-9764"/>
                <a:lumOff val="6275"/>
                <a:alphaOff val="0"/>
                <a:tint val="96000"/>
                <a:lumMod val="104000"/>
              </a:schemeClr>
            </a:gs>
            <a:gs pos="100000">
              <a:schemeClr val="accent5">
                <a:hueOff val="4808133"/>
                <a:satOff val="-9764"/>
                <a:lumOff val="6275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4808133"/>
              <a:satOff val="-9764"/>
              <a:lumOff val="6275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1485" tIns="69930" rIns="81485" bIns="6993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Enhance</a:t>
          </a:r>
        </a:p>
      </dsp:txBody>
      <dsp:txXfrm>
        <a:off x="0" y="2252671"/>
        <a:ext cx="1539867" cy="7079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884BAF-809F-4EC9-9720-C2FAD826CD0B}">
      <dsp:nvSpPr>
        <dsp:cNvPr id="0" name=""/>
        <dsp:cNvSpPr/>
      </dsp:nvSpPr>
      <dsp:spPr>
        <a:xfrm>
          <a:off x="0" y="2185"/>
          <a:ext cx="5124159" cy="11074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760F6C-AA45-4AEE-B8D0-5250C8AA2C7B}">
      <dsp:nvSpPr>
        <dsp:cNvPr id="0" name=""/>
        <dsp:cNvSpPr/>
      </dsp:nvSpPr>
      <dsp:spPr>
        <a:xfrm>
          <a:off x="335004" y="251362"/>
          <a:ext cx="609099" cy="6090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175930-7B82-496E-B11C-75507F25B049}">
      <dsp:nvSpPr>
        <dsp:cNvPr id="0" name=""/>
        <dsp:cNvSpPr/>
      </dsp:nvSpPr>
      <dsp:spPr>
        <a:xfrm>
          <a:off x="1279109" y="2185"/>
          <a:ext cx="3845049" cy="1107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06" tIns="117206" rIns="117206" bIns="117206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Dashboard delivers comprehensive sales insights.</a:t>
          </a:r>
        </a:p>
      </dsp:txBody>
      <dsp:txXfrm>
        <a:off x="1279109" y="2185"/>
        <a:ext cx="3845049" cy="1107454"/>
      </dsp:txXfrm>
    </dsp:sp>
    <dsp:sp modelId="{F2D6A314-C677-4B17-B916-EFDFAF6C1340}">
      <dsp:nvSpPr>
        <dsp:cNvPr id="0" name=""/>
        <dsp:cNvSpPr/>
      </dsp:nvSpPr>
      <dsp:spPr>
        <a:xfrm>
          <a:off x="0" y="1386503"/>
          <a:ext cx="5124159" cy="11074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98FDF1-4EDB-4396-8FA7-EEFB12BAD84E}">
      <dsp:nvSpPr>
        <dsp:cNvPr id="0" name=""/>
        <dsp:cNvSpPr/>
      </dsp:nvSpPr>
      <dsp:spPr>
        <a:xfrm>
          <a:off x="335004" y="1635680"/>
          <a:ext cx="609099" cy="6090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2CF751-445B-4CF2-B677-6ED36553A339}">
      <dsp:nvSpPr>
        <dsp:cNvPr id="0" name=""/>
        <dsp:cNvSpPr/>
      </dsp:nvSpPr>
      <dsp:spPr>
        <a:xfrm>
          <a:off x="1279109" y="1386503"/>
          <a:ext cx="3845049" cy="1107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06" tIns="117206" rIns="117206" bIns="117206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Interactive visuals improve decision-making.</a:t>
          </a:r>
        </a:p>
      </dsp:txBody>
      <dsp:txXfrm>
        <a:off x="1279109" y="1386503"/>
        <a:ext cx="3845049" cy="1107454"/>
      </dsp:txXfrm>
    </dsp:sp>
    <dsp:sp modelId="{8AE0A06A-7E76-4AA7-BA13-C185B7D2270D}">
      <dsp:nvSpPr>
        <dsp:cNvPr id="0" name=""/>
        <dsp:cNvSpPr/>
      </dsp:nvSpPr>
      <dsp:spPr>
        <a:xfrm>
          <a:off x="0" y="2770821"/>
          <a:ext cx="5124159" cy="11074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F7DF59-266E-4BD2-9B17-D64A0DB26E25}">
      <dsp:nvSpPr>
        <dsp:cNvPr id="0" name=""/>
        <dsp:cNvSpPr/>
      </dsp:nvSpPr>
      <dsp:spPr>
        <a:xfrm>
          <a:off x="335004" y="3019998"/>
          <a:ext cx="609099" cy="6090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05C67B-FD1A-4834-8191-2256660C6D43}">
      <dsp:nvSpPr>
        <dsp:cNvPr id="0" name=""/>
        <dsp:cNvSpPr/>
      </dsp:nvSpPr>
      <dsp:spPr>
        <a:xfrm>
          <a:off x="1279109" y="2770821"/>
          <a:ext cx="3845049" cy="1107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06" tIns="117206" rIns="117206" bIns="117206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Data modeling and DAX enhance analytical accuracy.</a:t>
          </a:r>
        </a:p>
      </dsp:txBody>
      <dsp:txXfrm>
        <a:off x="1279109" y="2770821"/>
        <a:ext cx="3845049" cy="1107454"/>
      </dsp:txXfrm>
    </dsp:sp>
    <dsp:sp modelId="{E77FF8F6-EB12-4C63-BD0A-60BC5B3D6D02}">
      <dsp:nvSpPr>
        <dsp:cNvPr id="0" name=""/>
        <dsp:cNvSpPr/>
      </dsp:nvSpPr>
      <dsp:spPr>
        <a:xfrm>
          <a:off x="0" y="4155139"/>
          <a:ext cx="5124159" cy="11074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484503-B05C-478A-A505-BC6E2DFCE5FB}">
      <dsp:nvSpPr>
        <dsp:cNvPr id="0" name=""/>
        <dsp:cNvSpPr/>
      </dsp:nvSpPr>
      <dsp:spPr>
        <a:xfrm>
          <a:off x="335004" y="4404316"/>
          <a:ext cx="609099" cy="60909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DCFA29-6D32-4D92-8056-879B2653403F}">
      <dsp:nvSpPr>
        <dsp:cNvPr id="0" name=""/>
        <dsp:cNvSpPr/>
      </dsp:nvSpPr>
      <dsp:spPr>
        <a:xfrm>
          <a:off x="1279109" y="4155139"/>
          <a:ext cx="3845049" cy="1107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06" tIns="117206" rIns="117206" bIns="117206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Supports marketing and sales strategy planning.</a:t>
          </a:r>
        </a:p>
      </dsp:txBody>
      <dsp:txXfrm>
        <a:off x="1279109" y="4155139"/>
        <a:ext cx="3845049" cy="11074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17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927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472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72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941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03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737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88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169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441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82220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220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96497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1861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5564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054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543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A03E380-9CD1-4ABA-A763-9F9D252B8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507495" y="0"/>
            <a:ext cx="4632727" cy="6853245"/>
            <a:chOff x="2487613" y="285750"/>
            <a:chExt cx="2428876" cy="5654676"/>
          </a:xfrm>
          <a:solidFill>
            <a:schemeClr val="bg2">
              <a:lumMod val="90000"/>
            </a:schemeClr>
          </a:solidFill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6E01B84-4C2B-4DE5-90C8-9C4001A75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4CE5A7A-D5C5-4FE5-860C-0B5748FDE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016A7D2A-6EEA-47B8-A763-7D82E41B3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758F6E7-6DEC-48D0-ACB1-E5E26B13E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B56657FF-C027-42E7-859B-902929B6F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79047F2A-5978-46C6-B3A2-54AAC2136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BE8FD1-0A72-4640-AC7A-2E057273F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752FC782-A372-4D11-B20D-958955E56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AA00B2F1-BEE2-444A-8249-C8E3212C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7F5747E-514B-4CF7-B6B0-DAD714909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931614BB-1593-40ED-8113-2BD11870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2691871F-F15C-4E19-BC9C-78E5748D7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4" name="Freeform 6">
            <a:extLst>
              <a:ext uri="{FF2B5EF4-FFF2-40B4-BE49-F238E27FC236}">
                <a16:creationId xmlns:a16="http://schemas.microsoft.com/office/drawing/2014/main" id="{8576F020-8157-45CE-B1D9-6FA47AFEB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1159566"/>
            <a:ext cx="5670183" cy="453886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0411" y="1318590"/>
            <a:ext cx="3826619" cy="4220820"/>
          </a:xfrm>
        </p:spPr>
        <p:txBody>
          <a:bodyPr anchor="ctr">
            <a:normAutofit/>
          </a:bodyPr>
          <a:lstStyle/>
          <a:p>
            <a:r>
              <a:rPr lang="en-US" sz="5000">
                <a:solidFill>
                  <a:srgbClr val="FFFFFF"/>
                </a:solidFill>
              </a:rPr>
              <a:t>DMart Sales Analysis – Power BI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84024" y="804334"/>
            <a:ext cx="2756725" cy="5249332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Created by: Divya Dattaram Rane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4C2CE-32A9-EE53-4263-0E015033A8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42416" y="446567"/>
            <a:ext cx="6600451" cy="925033"/>
          </a:xfrm>
        </p:spPr>
        <p:txBody>
          <a:bodyPr/>
          <a:lstStyle/>
          <a:p>
            <a:r>
              <a:rPr lang="en-US" sz="4800" dirty="0"/>
              <a:t>Problem</a:t>
            </a:r>
            <a:r>
              <a:rPr lang="en-US" dirty="0"/>
              <a:t> Statement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BCE192-0C28-B2BF-C348-A820459019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2416" y="2052084"/>
            <a:ext cx="6600451" cy="3232297"/>
          </a:xfrm>
        </p:spPr>
        <p:txBody>
          <a:bodyPr>
            <a:noAutofit/>
          </a:bodyPr>
          <a:lstStyle/>
          <a:p>
            <a:r>
              <a:rPr lang="en-US" sz="2400" dirty="0" err="1"/>
              <a:t>DMart</a:t>
            </a:r>
            <a:r>
              <a:rPr lang="en-US" sz="2400" dirty="0"/>
              <a:t> generates large volumes of sales, customer, and product data across multiple states and categories.</a:t>
            </a:r>
            <a:br>
              <a:rPr lang="en-US" sz="2400" dirty="0"/>
            </a:br>
            <a:r>
              <a:rPr lang="en-US" sz="2400" dirty="0"/>
              <a:t>However, the absence of a centralized and interactive view makes it difficult to track performance, understand customer behavior, and evaluate product pricing effectively.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64993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3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919" y="3101093"/>
            <a:ext cx="1840539" cy="3029344"/>
          </a:xfrm>
        </p:spPr>
        <p:txBody>
          <a:bodyPr>
            <a:normAutofit/>
          </a:bodyPr>
          <a:lstStyle/>
          <a:p>
            <a:r>
              <a:rPr lang="en-IN" sz="2600">
                <a:solidFill>
                  <a:schemeClr val="bg1"/>
                </a:solidFill>
              </a:rPr>
              <a:t>Project Objective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179901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063B598-1C08-E58D-5E1B-23C87B3B96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44310" y="1601002"/>
            <a:ext cx="6439932" cy="3000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Provide a quick overview of overall sales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and key business KPIs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Analyze customer behavior and demographic trends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Evaluate product-wise sales and pricing effectiveness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Assess the impact of discounts, delivery, and marketing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channels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Enable interactive, data-driven decision-making through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filters and visuals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1549B-0F73-C7A9-A577-B79255F319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9765" y="245318"/>
            <a:ext cx="6600451" cy="808073"/>
          </a:xfrm>
        </p:spPr>
        <p:txBody>
          <a:bodyPr>
            <a:normAutofit fontScale="90000"/>
          </a:bodyPr>
          <a:lstStyle/>
          <a:p>
            <a:r>
              <a:rPr lang="en-IN" dirty="0"/>
              <a:t>Dataset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33F508-D124-20CB-5160-93B42CA106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2416" y="1169582"/>
            <a:ext cx="6600451" cy="584790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/>
              <a:t>Rows:</a:t>
            </a:r>
            <a:r>
              <a:rPr lang="en-US" sz="1600" dirty="0"/>
              <a:t> 25,000</a:t>
            </a:r>
            <a:br>
              <a:rPr lang="en-US" sz="1600" dirty="0"/>
            </a:br>
            <a:r>
              <a:rPr lang="en-US" sz="1600" b="1" dirty="0"/>
              <a:t>Columns:</a:t>
            </a:r>
            <a:r>
              <a:rPr lang="en-US" sz="1600" dirty="0"/>
              <a:t> 29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Data Types: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/>
              <a:t>object:</a:t>
            </a:r>
            <a:r>
              <a:rPr lang="en-US" sz="1600" dirty="0"/>
              <a:t> Customer ID, Product ID, Gender, Product Name, Category, State, City, Subscription, Marketing/Advertisement, Ship Mode, Order Status, Order Date, Delivery Date, Cancellation Date, Payment Method, Total Order Value, Payment Status, Month, Shipping Charges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int64:</a:t>
            </a:r>
            <a:r>
              <a:rPr lang="en-US" sz="1600" dirty="0"/>
              <a:t> Order ID, Customer Age, Pin Code, No of Clicks, Year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float64:</a:t>
            </a:r>
            <a:r>
              <a:rPr lang="en-US" sz="1600" dirty="0"/>
              <a:t> MRP, Discount Price, Bill Number, Time Spent on Website, Rating</a:t>
            </a:r>
          </a:p>
          <a:p>
            <a:pPr>
              <a:lnSpc>
                <a:spcPct val="150000"/>
              </a:lnSpc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955385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21A1A8-FFB7-F7C8-310A-EE6451901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08" y="457201"/>
            <a:ext cx="8537945" cy="5954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523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14318A-1026-E5F6-FAB4-0DDFA47BF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646" y="520995"/>
            <a:ext cx="7899991" cy="583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521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E9BAE0-EA2E-92A3-3D25-43CAFC987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67" y="574158"/>
            <a:ext cx="8293396" cy="5720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008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A46F010-D160-4609-8979-FFD8C1EA6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796" y="624110"/>
            <a:ext cx="6098663" cy="1280890"/>
          </a:xfrm>
        </p:spPr>
        <p:txBody>
          <a:bodyPr>
            <a:normAutofit/>
          </a:bodyPr>
          <a:lstStyle/>
          <a:p>
            <a:r>
              <a:t>Data Cleaning &amp; Preparation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B8C4F6-C3AC-4C94-8EC7-E4F7B7E9C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3863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B789310-9859-4942-98C8-3D2F12AAA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FE9E5460-2AA9-4786-B69C-23DBEF356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E344A2AF-3860-4427-B13E-98021C17AB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DDBDD44E-1DC0-48AB-8FEC-E098D9197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3151FF3E-5E3F-4D82-A684-0003BACEA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C6CBF27E-7F0C-4489-95A7-82DE1C046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233BE304-221E-425E-A484-4B2E5F405B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10D5734E-EAEA-4A08-86A9-39BD5563E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4D47FE86-98D1-4E35-86E4-16E9A19A6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F00661F9-B224-4DB1-8EFB-ABF9402BDE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679DCB4E-8D36-4B7A-AF0C-8399F113A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4FAD51F6-D24C-4FD6-BEAE-41F0E5A825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87AC773F-6D31-458A-9DD7-76566C8A9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F1CEC7A-E419-4950-AA57-B00546C29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  <a:solidFill>
            <a:schemeClr val="tx2">
              <a:lumMod val="75000"/>
              <a:alpha val="70000"/>
            </a:schemeClr>
          </a:solidFill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AE7DCD1-5235-45E8-B229-15A3E3962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C82E58C3-65A5-4079-BF94-E675AA410C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7AABE1FA-6DC8-4A47-AC5C-F05B9C111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17BB7298-8900-4C67-B800-BD241F019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EE3442F8-53C2-490C-94EF-E423ECB95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DBEA916-8B10-493A-8CBF-9B5FA2A4A0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248DB27B-F9EA-4F81-A746-7D57B768E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998E5C90-2A81-4013-AE09-2023B4407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86A8318B-7607-4519-8EEB-C7DD509653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5009FB1B-4865-45DB-8727-F012E3ACA5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5B209B64-3A98-4B1A-857A-2368AFED6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EB3B5D03-7AE3-411C-A820-6844E7D0C6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0" name="Freeform 11">
            <a:extLst>
              <a:ext uri="{FF2B5EF4-FFF2-40B4-BE49-F238E27FC236}">
                <a16:creationId xmlns:a16="http://schemas.microsoft.com/office/drawing/2014/main" id="{91328346-8BAD-4616-B50B-5CFDA5648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411452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9796" y="2133600"/>
            <a:ext cx="6098663" cy="3777622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2000"/>
              <a:t>Removed 'Cancellation Date' column.</a:t>
            </a:r>
          </a:p>
          <a:p>
            <a:pPr>
              <a:defRPr sz="2000"/>
            </a:pPr>
            <a:r>
              <a:rPr lang="en-US" sz="2000"/>
              <a:t>Replaced cancelled order values with 0.</a:t>
            </a:r>
          </a:p>
          <a:p>
            <a:pPr>
              <a:defRPr sz="2000"/>
            </a:pPr>
            <a:r>
              <a:rPr lang="en-US" sz="2000"/>
              <a:t>Set correct data types: decimal, number, text.</a:t>
            </a:r>
          </a:p>
          <a:p>
            <a:pPr>
              <a:defRPr sz="2000"/>
            </a:pPr>
            <a:r>
              <a:rPr lang="en-US" sz="2000"/>
              <a:t>Fixed measure callout formatting.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3C2D7E-3F2E-404E-9B30-CB12DC972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F7FD00-BF97-4325-B7C2-E451F2084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30669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2543" y="624110"/>
            <a:ext cx="7037556" cy="1280890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Data Transformations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79B5294-DA4E-4926-B14A-DD6E07A12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2544" y="2623930"/>
            <a:ext cx="7037556" cy="3287292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en-US" sz="2000"/>
              <a:t>Created Age Group column based on Customer Age.</a:t>
            </a:r>
          </a:p>
          <a:p>
            <a:pPr>
              <a:defRPr sz="2000"/>
            </a:pPr>
            <a:r>
              <a:rPr lang="en-US" sz="2000"/>
              <a:t>Added Month Number to sort months correctly.</a:t>
            </a:r>
          </a:p>
          <a:p>
            <a:pPr>
              <a:defRPr sz="2000"/>
            </a:pPr>
            <a:r>
              <a:rPr lang="en-US" sz="2000"/>
              <a:t>Formula: Date.Month(Date.FromText("1 " &amp; [Month] &amp; " " &amp; Text.From([Year]), "en-US"))</a:t>
            </a:r>
          </a:p>
          <a:p>
            <a:pPr>
              <a:defRPr sz="2000"/>
            </a:pPr>
            <a:r>
              <a:rPr lang="en-US" sz="2000"/>
              <a:t>Enabled slicer sync across all report pages.</a:t>
            </a:r>
          </a:p>
          <a:p>
            <a:pPr>
              <a:defRPr sz="2000"/>
            </a:pPr>
            <a:r>
              <a:rPr lang="en-US" sz="2000"/>
              <a:t>Added page navigation buttons.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3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919" y="3101093"/>
            <a:ext cx="1840539" cy="3029344"/>
          </a:xfrm>
        </p:spPr>
        <p:txBody>
          <a:bodyPr>
            <a:normAutofit/>
          </a:bodyPr>
          <a:lstStyle/>
          <a:p>
            <a:r>
              <a:rPr lang="en-IN" sz="2800">
                <a:solidFill>
                  <a:schemeClr val="bg1"/>
                </a:solidFill>
              </a:rPr>
              <a:t>DAX Measures Created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179901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408DC1-8DBA-B6F5-CF45-5E7D132427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1229359"/>
              </p:ext>
            </p:extLst>
          </p:nvPr>
        </p:nvGraphicFramePr>
        <p:xfrm>
          <a:off x="3534858" y="641551"/>
          <a:ext cx="5124159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3C2D7E-3F2E-404E-9B30-CB12DC972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F7FD00-BF97-4325-B7C2-E451F2084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30669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2543" y="624110"/>
            <a:ext cx="7037556" cy="1280890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Dashboard Visuals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79B5294-DA4E-4926-B14A-DD6E07A12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2544" y="2623930"/>
            <a:ext cx="7037556" cy="328729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defRPr sz="2000"/>
            </a:pPr>
            <a:r>
              <a:rPr lang="en-US" sz="1700" dirty="0"/>
              <a:t>Line Chart – Total Order Value by Month</a:t>
            </a:r>
          </a:p>
          <a:p>
            <a:pPr>
              <a:lnSpc>
                <a:spcPct val="90000"/>
              </a:lnSpc>
              <a:defRPr sz="2000"/>
            </a:pPr>
            <a:r>
              <a:rPr lang="en-US" sz="1700" dirty="0"/>
              <a:t>Dual Line Chart – Total Order values and Total Order counts by Year</a:t>
            </a:r>
          </a:p>
          <a:p>
            <a:pPr>
              <a:lnSpc>
                <a:spcPct val="90000"/>
              </a:lnSpc>
              <a:defRPr sz="2000"/>
            </a:pPr>
            <a:r>
              <a:rPr lang="en-US" sz="1700" dirty="0"/>
              <a:t>Map – Total Orders by State</a:t>
            </a:r>
          </a:p>
          <a:p>
            <a:pPr>
              <a:lnSpc>
                <a:spcPct val="90000"/>
              </a:lnSpc>
              <a:defRPr sz="2000"/>
            </a:pPr>
            <a:r>
              <a:rPr lang="en-US" sz="1700" dirty="0"/>
              <a:t>Decomposition Tree – Age Group &amp; Gender</a:t>
            </a:r>
          </a:p>
          <a:p>
            <a:pPr>
              <a:lnSpc>
                <a:spcPct val="90000"/>
              </a:lnSpc>
              <a:defRPr sz="2000"/>
            </a:pPr>
            <a:r>
              <a:rPr lang="en-US" sz="1700" dirty="0"/>
              <a:t>Donut Chart – Customer Category Split</a:t>
            </a:r>
          </a:p>
          <a:p>
            <a:pPr>
              <a:lnSpc>
                <a:spcPct val="90000"/>
              </a:lnSpc>
              <a:defRPr sz="2000"/>
            </a:pPr>
            <a:r>
              <a:rPr lang="en-US" sz="1700" dirty="0"/>
              <a:t>Scatter Chart – MRP vs Discount</a:t>
            </a:r>
          </a:p>
          <a:p>
            <a:pPr>
              <a:lnSpc>
                <a:spcPct val="90000"/>
              </a:lnSpc>
              <a:defRPr sz="2000"/>
            </a:pPr>
            <a:r>
              <a:rPr lang="en-US" sz="1700" dirty="0"/>
              <a:t>Stacked Bar – Orders by Marketing Source</a:t>
            </a:r>
          </a:p>
          <a:p>
            <a:pPr>
              <a:lnSpc>
                <a:spcPct val="90000"/>
              </a:lnSpc>
              <a:defRPr sz="2000"/>
            </a:pPr>
            <a:r>
              <a:rPr lang="en-US" sz="1700" dirty="0"/>
              <a:t>Table – Product-level KPIs</a:t>
            </a:r>
          </a:p>
          <a:p>
            <a:pPr>
              <a:lnSpc>
                <a:spcPct val="90000"/>
              </a:lnSpc>
              <a:defRPr sz="2000"/>
            </a:pPr>
            <a:r>
              <a:rPr lang="en-US" sz="1700" dirty="0"/>
              <a:t>Tree Map - Top 5 Customers by Orders</a:t>
            </a:r>
          </a:p>
          <a:p>
            <a:pPr>
              <a:lnSpc>
                <a:spcPct val="90000"/>
              </a:lnSpc>
              <a:defRPr sz="2000"/>
            </a:pPr>
            <a:r>
              <a:rPr lang="en-US" sz="1700" dirty="0"/>
              <a:t>Slicers – Month, State, Gender, Order Status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3C2D7E-3F2E-404E-9B30-CB12DC972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F7FD00-BF97-4325-B7C2-E451F2084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30669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2543" y="624110"/>
            <a:ext cx="7037556" cy="1280890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Key Insights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79B5294-DA4E-4926-B14A-DD6E07A12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2544" y="2623930"/>
            <a:ext cx="7037556" cy="32872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sz="2000"/>
            </a:pPr>
            <a:r>
              <a:rPr lang="en-US" sz="1700"/>
              <a:t>August had the highest orders (1147).</a:t>
            </a:r>
          </a:p>
          <a:p>
            <a:pPr>
              <a:lnSpc>
                <a:spcPct val="90000"/>
              </a:lnSpc>
              <a:defRPr sz="2000"/>
            </a:pPr>
            <a:r>
              <a:rPr lang="en-US" sz="1700"/>
              <a:t>Maharashtra recorded the most orders (6343).</a:t>
            </a:r>
          </a:p>
          <a:p>
            <a:pPr>
              <a:lnSpc>
                <a:spcPct val="90000"/>
              </a:lnSpc>
              <a:defRPr sz="2000"/>
            </a:pPr>
            <a:r>
              <a:rPr lang="en-US" sz="1700"/>
              <a:t>Local category customers dominate the distribution.</a:t>
            </a:r>
          </a:p>
          <a:p>
            <a:pPr>
              <a:lnSpc>
                <a:spcPct val="90000"/>
              </a:lnSpc>
              <a:defRPr sz="2000"/>
            </a:pPr>
            <a:r>
              <a:rPr lang="en-US" sz="1700"/>
              <a:t>Male age 26–45 segment had highest delivered orders.</a:t>
            </a:r>
          </a:p>
          <a:p>
            <a:pPr>
              <a:lnSpc>
                <a:spcPct val="90000"/>
              </a:lnSpc>
              <a:defRPr sz="2000"/>
            </a:pPr>
            <a:r>
              <a:rPr lang="en-US" sz="1700"/>
              <a:t>Instagram is top marketing source (8.5K orders).</a:t>
            </a:r>
          </a:p>
          <a:p>
            <a:pPr>
              <a:lnSpc>
                <a:spcPct val="90000"/>
              </a:lnSpc>
              <a:defRPr sz="2000"/>
            </a:pPr>
            <a:r>
              <a:rPr lang="en-US" sz="1700"/>
              <a:t>PLB80 customer generated 3.4K order value.</a:t>
            </a:r>
          </a:p>
          <a:p>
            <a:pPr>
              <a:lnSpc>
                <a:spcPct val="90000"/>
              </a:lnSpc>
              <a:defRPr sz="2000"/>
            </a:pPr>
            <a:r>
              <a:rPr lang="en-US" sz="1700"/>
              <a:t>2022 saw highest value; 2023 had highest order count.</a:t>
            </a:r>
          </a:p>
          <a:p>
            <a:pPr>
              <a:lnSpc>
                <a:spcPct val="90000"/>
              </a:lnSpc>
              <a:defRPr sz="2000"/>
            </a:pPr>
            <a:r>
              <a:rPr lang="en-US" sz="1700"/>
              <a:t>Top-selling product: Parle Nutricrunch Digestive Cookies.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F7E8610-2DF7-4AF0-B876-0F3B7882A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C8C023-62A6-4DA0-8DF4-3F4EA94090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30669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2543" y="624110"/>
            <a:ext cx="7037556" cy="1280890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Recommendations</a:t>
            </a:r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26B9FE07-322E-43FB-8707-C9826BD90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3329FF-764F-8950-CD12-7A1A00EC8D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1094611"/>
              </p:ext>
            </p:extLst>
          </p:nvPr>
        </p:nvGraphicFramePr>
        <p:xfrm>
          <a:off x="720759" y="2930805"/>
          <a:ext cx="7699339" cy="29619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3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919" y="3101093"/>
            <a:ext cx="1840539" cy="3029344"/>
          </a:xfrm>
        </p:spPr>
        <p:txBody>
          <a:bodyPr>
            <a:normAutofit/>
          </a:bodyPr>
          <a:lstStyle/>
          <a:p>
            <a:r>
              <a:rPr lang="en-IN" sz="240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179901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F671B3-9955-6B96-BD37-F3BC839E66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7505835"/>
              </p:ext>
            </p:extLst>
          </p:nvPr>
        </p:nvGraphicFramePr>
        <p:xfrm>
          <a:off x="3534858" y="641551"/>
          <a:ext cx="5124159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88</TotalTime>
  <Words>536</Words>
  <Application>Microsoft Office PowerPoint</Application>
  <PresentationFormat>On-screen Show (4:3)</PresentationFormat>
  <Paragraphs>75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Wisp</vt:lpstr>
      <vt:lpstr>DMart Sales Analysis – Power BI Dashboard</vt:lpstr>
      <vt:lpstr>Problem Statement</vt:lpstr>
      <vt:lpstr>Project Objective</vt:lpstr>
      <vt:lpstr>Dataset Summary</vt:lpstr>
      <vt:lpstr>PowerPoint Presentation</vt:lpstr>
      <vt:lpstr>PowerPoint Presentation</vt:lpstr>
      <vt:lpstr>PowerPoint Presentation</vt:lpstr>
      <vt:lpstr>Data Cleaning &amp; Preparation</vt:lpstr>
      <vt:lpstr>Data Transformations</vt:lpstr>
      <vt:lpstr>DAX Measures Created</vt:lpstr>
      <vt:lpstr>Dashboard Visuals</vt:lpstr>
      <vt:lpstr>Key Insights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Divya Rane</dc:creator>
  <cp:keywords/>
  <dc:description>generated using python-pptx</dc:description>
  <cp:lastModifiedBy>it helpdesk</cp:lastModifiedBy>
  <cp:revision>5</cp:revision>
  <dcterms:created xsi:type="dcterms:W3CDTF">2013-01-27T09:14:16Z</dcterms:created>
  <dcterms:modified xsi:type="dcterms:W3CDTF">2025-12-21T14:47:08Z</dcterms:modified>
  <cp:category/>
</cp:coreProperties>
</file>